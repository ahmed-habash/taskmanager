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7c79842a90e41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39cccad4424b95"/>
  </p:sldMasterIdLst>
  <p:sldIdLst>
    <p:sldId xmlns:r="http://schemas.openxmlformats.org/officeDocument/2006/relationships" id="256" r:id="R95c56e53d2d347ba"/>
    <p:sldId xmlns:r="http://schemas.openxmlformats.org/officeDocument/2006/relationships" id="257" r:id="Ra473231ba946464a"/>
    <p:sldId xmlns:r="http://schemas.openxmlformats.org/officeDocument/2006/relationships" id="258" r:id="R59dc9cf59b264fb0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39cccad4424b95" /><Relationship Type="http://schemas.openxmlformats.org/officeDocument/2006/relationships/slide" Target="/ppt/slides/slide1.xml" Id="R95c56e53d2d347ba" /><Relationship Type="http://schemas.openxmlformats.org/officeDocument/2006/relationships/slide" Target="/ppt/slides/slide2.xml" Id="Ra473231ba946464a" /><Relationship Type="http://schemas.openxmlformats.org/officeDocument/2006/relationships/slide" Target="/ppt/slides/slide3.xml" Id="R59dc9cf59b264fb0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7f0c4145c465a" /></Relationships>
</file>

<file path=ppt/slideMasters/slideMaster1.xml><?xml version="1.0" encoding="utf-8"?>
<p:sldMaster xmlns:p="http://schemas.openxmlformats.org/presentationml/2006/main">
  <p:cSld>
    <p:spTree/>
  </p:cSld>
  <p:clrMap bg1="lt1" tx1="dk1" bg2="lt2" tx2="dk2" accent1="accent1" accent2="accent2" accent3="accent3" accent4="accent4" accent5="accent5" accent6="accent6" hlink="hlink" folHlink="folHlink"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539e5072a4c01" /><Relationship Type="http://schemas.openxmlformats.org/officeDocument/2006/relationships/image" Target="/ppt/media/image.jpg" Id="R88d0396334854c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e390be1af42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a3ceba18a43a4" /><Relationship Type="http://schemas.openxmlformats.org/officeDocument/2006/relationships/image" Target="/ppt/media/image2.jpg" Id="R20cc65ddbd6a4b10" /></Relationships>
</file>

<file path=ppt/slides/slide1.xml><?xml version="1.0" encoding="utf-8"?>
<p:sld xmlns:p="http://schemas.openxmlformats.org/presentationml/2006/main">
  <p:cSld>
    <p:spTree>
      <p:sp>
        <p:nvSpPr>
          <p:cNvPr id="5206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974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Emerging Technology in 2026</a:t>
            </a:r>
          </a:p>
        </p:txBody>
      </p:sp>
      <p:sp>
        <p:nvSpPr>
          <p:cNvPr id="7186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461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year 2026 is poised to witness significant advancements in artificial intelligence and robotics, transforming industries and everyday life.</a:t>
            </a:r>
          </a:p>
        </p:txBody>
      </p:sp>
      <p:pic>
        <p:nvPicPr>
          <p:cNvPr id="62814" name="TopicImage"/>
          <p:cNvPicPr/>
          <p:nvPr/>
        </p:nvPicPr>
        <p:blipFill>
          <a:blip xmlns:r="http://schemas.openxmlformats.org/officeDocument/2006/relationships" xmlns:a="http://schemas.openxmlformats.org/drawingml/2006/main" r:embed="R88d0396334854c5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sp>
        <p:nvSpPr>
          <p:cNvPr id="6200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7611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AI Integration in Daily Life</a:t>
            </a:r>
          </a:p>
        </p:txBody>
      </p:sp>
      <p:sp>
        <p:nvSpPr>
          <p:cNvPr id="6012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744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Smart homes will become increasingly automated, with AI systems managing everything from energy consumption to security, enhancing convenience and efficiency.</a:t>
            </a:r>
          </a:p>
        </p:txBody>
      </p:sp>
      <p:sp>
        <p:nvSpPr>
          <p:cNvPr id="1394" name="Image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12700">
            <a:solidFill>
              <a:srgbClr val="66666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888888"/>
                </a:solidFill>
              </a:rPr>
              <a:t>[Visual/Image]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sp>
        <p:nvSpPr>
          <p:cNvPr id="8029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9146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Healthcare Innovations</a:t>
            </a:r>
          </a:p>
        </p:txBody>
      </p:sp>
      <p:sp>
        <p:nvSpPr>
          <p:cNvPr id="8750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437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Telemedicine will expand, with wearable technology providing real-time health monitoring, enabling proactive healthcare management and personalized treatment plans.</a:t>
            </a:r>
          </a:p>
        </p:txBody>
      </p:sp>
      <p:pic>
        <p:nvPicPr>
          <p:cNvPr id="41269" name="TopicImage"/>
          <p:cNvPicPr/>
          <p:nvPr/>
        </p:nvPicPr>
        <p:blipFill>
          <a:blip xmlns:r="http://schemas.openxmlformats.org/officeDocument/2006/relationships" xmlns:a="http://schemas.openxmlformats.org/drawingml/2006/main" r:embed="R20cc65ddbd6a4b1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