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24bd7804d7e46e7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8e12f295351f4d6f"/>
    <p:sldId xmlns:r="http://schemas.openxmlformats.org/officeDocument/2006/relationships" id="257" r:id="R6822d03ee51046e8"/>
    <p:sldId xmlns:r="http://schemas.openxmlformats.org/officeDocument/2006/relationships" id="258" r:id="Rb2fb3c031c1343c3"/>
    <p:sldId xmlns:r="http://schemas.openxmlformats.org/officeDocument/2006/relationships" id="259" r:id="Rd3f07555fc8f4f84"/>
    <p:sldId xmlns:r="http://schemas.openxmlformats.org/officeDocument/2006/relationships" id="260" r:id="R9fe940562b2a4255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8e12f295351f4d6f" /><Relationship Type="http://schemas.openxmlformats.org/officeDocument/2006/relationships/slide" Target="/ppt/slides/slide2.xml" Id="R6822d03ee51046e8" /><Relationship Type="http://schemas.openxmlformats.org/officeDocument/2006/relationships/slide" Target="/ppt/slides/slide3.xml" Id="Rb2fb3c031c1343c3" /><Relationship Type="http://schemas.openxmlformats.org/officeDocument/2006/relationships/slide" Target="/ppt/slides/slide4.xml" Id="Rd3f07555fc8f4f84" /><Relationship Type="http://schemas.openxmlformats.org/officeDocument/2006/relationships/slide" Target="/ppt/slides/slide5.xml" Id="R9fe940562b2a4255" /></Relationships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jpg" Id="R87f2eb9774fb45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jpg" Id="Rb44782105c9b4e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jpg" Id="R0f3eb58435e84b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4.jpg" Id="Rac43d0bb99eb43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5.jpg" Id="Re64b95cb5c8f4240" /></Relationships>
</file>

<file path=ppt/slides/slide1.xml><?xml version="1.0" encoding="utf-8"?>
<p:sld xmlns:p="http://schemas.openxmlformats.org/presentationml/2006/main">
  <p:cSld>
    <p:spTree>
      <p:sp>
        <p:nvSpPr>
          <p:cNvPr id="2332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6199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Fish</a:t>
            </a:r>
          </a:p>
        </p:txBody>
      </p:sp>
      <p:sp>
        <p:nvSpPr>
          <p:cNvPr id="5144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4952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are aquatic animals that have gills for breathing.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cold-blooded and can be found in both freshwater and saltwater.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are an important part of the aquatic ecosystem.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There are over 34,000 known species of fish.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play a significant role in human diets worldwide.</a:t>
            </a:r>
          </a:p>
        </p:txBody>
      </p:sp>
      <p:pic>
        <p:nvPicPr>
          <p:cNvPr id="4619" name="TopicImage"/>
          <p:cNvPicPr/>
          <p:nvPr/>
        </p:nvPic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  <p:blipFill>
          <a:blip xmlns:r="http://schemas.openxmlformats.org/officeDocument/2006/relationships" xmlns:a="http://schemas.openxmlformats.org/drawingml/2006/main" r:embed="R87f2eb9774fb45c7"/>
          <a:stretch xmlns:a="http://schemas.openxmlformats.org/drawingml/2006/main">
            <a:fillRect/>
          </a:stretch>
        </p:blipFill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3646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7834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Anatomy of Fish</a:t>
            </a:r>
          </a:p>
        </p:txBody>
      </p:sp>
      <p:sp>
        <p:nvSpPr>
          <p:cNvPr id="6059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7044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have a streamlined body shape for efficient swimming.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possess fins for movement and stability in water.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Gills allow fish to extract oxygen from water.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Most fish have a swim bladder to maintain buoyancy.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Scales protect their bodies and reduce water resistance.</a:t>
            </a:r>
          </a:p>
        </p:txBody>
      </p:sp>
      <p:pic>
        <p:nvPicPr>
          <p:cNvPr id="3571" name="TopicImage"/>
          <p:cNvPicPr/>
          <p:nvPr/>
        </p:nvPic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  <p:blipFill>
          <a:blip xmlns:r="http://schemas.openxmlformats.org/officeDocument/2006/relationships" xmlns:a="http://schemas.openxmlformats.org/drawingml/2006/main" r:embed="Rb44782105c9b4e6b"/>
          <a:stretch xmlns:a="http://schemas.openxmlformats.org/drawingml/2006/main">
            <a:fillRect/>
          </a:stretch>
        </p:blipFill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9491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6244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Types of Fish</a:t>
            </a:r>
          </a:p>
        </p:txBody>
      </p:sp>
      <p:sp>
        <p:nvSpPr>
          <p:cNvPr id="4864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2923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There are two main types: bony fish and cartilaginous fish.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Bony fish include species like salmon and trout.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Cartilaginous fish include sharks and rays.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can also be categorized as freshwater or saltwater.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Some fish are migratory, traveling long distances for breeding.</a:t>
            </a:r>
          </a:p>
        </p:txBody>
      </p:sp>
      <p:pic>
        <p:nvPicPr>
          <p:cNvPr id="9165" name="TopicImage"/>
          <p:cNvPicPr/>
          <p:nvPr/>
        </p:nvPic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  <p:blipFill>
          <a:blip xmlns:r="http://schemas.openxmlformats.org/officeDocument/2006/relationships" xmlns:a="http://schemas.openxmlformats.org/drawingml/2006/main" r:embed="R0f3eb58435e84b6a"/>
          <a:stretch xmlns:a="http://schemas.openxmlformats.org/drawingml/2006/main">
            <a:fillRect/>
          </a:stretch>
        </p:blipFill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7200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7726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Fish Habitats</a:t>
            </a:r>
          </a:p>
        </p:txBody>
      </p:sp>
      <p:sp>
        <p:nvSpPr>
          <p:cNvPr id="7870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1831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inhabit a variety of environments including oceans, rivers, and lakes.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Coral reefs are rich habitats for diverse fish species.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Some fish live in deep sea environments, while others prefer shallow waters.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Pollution and climate change threaten fish habitats.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are essential for protecting fish populations.</a:t>
            </a:r>
          </a:p>
        </p:txBody>
      </p:sp>
      <p:pic>
        <p:nvPicPr>
          <p:cNvPr id="8799" name="TopicImage"/>
          <p:cNvPicPr/>
          <p:nvPr/>
        </p:nvPic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  <p:blipFill>
          <a:blip xmlns:r="http://schemas.openxmlformats.org/officeDocument/2006/relationships" xmlns:a="http://schemas.openxmlformats.org/drawingml/2006/main" r:embed="Rac43d0bb99eb43a0"/>
          <a:stretch xmlns:a="http://schemas.openxmlformats.org/drawingml/2006/main">
            <a:fillRect/>
          </a:stretch>
        </p:blipFill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7805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</p:sp>
      <p:sp>
        <p:nvSpPr>
          <p:cNvPr id="8007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Importance of Fish</a:t>
            </a:r>
          </a:p>
        </p:txBody>
      </p:sp>
      <p:sp>
        <p:nvSpPr>
          <p:cNvPr id="2156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700"/>
          </a:solidFill>
        </p:spPr>
      </p:sp>
      <p:sp>
        <p:nvSpPr>
          <p:cNvPr id="669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are a vital source of protein for billions of people.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contribute to the economy through fishing and aquaculture.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Fish are used in various cultural and recreational activities.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Overfishing poses a significant threat to fish populations.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Sustainable fishing practices are crucial for future generations.</a:t>
            </a:r>
          </a:p>
        </p:txBody>
      </p:sp>
      <p:pic>
        <p:nvPicPr>
          <p:cNvPr id="7062" name="TopicImage"/>
          <p:cNvPicPr/>
          <p:nvPr/>
        </p:nvPic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  <p:blipFill>
          <a:blip xmlns:r="http://schemas.openxmlformats.org/officeDocument/2006/relationships" xmlns:a="http://schemas.openxmlformats.org/drawingml/2006/main" r:embed="Re64b95cb5c8f4240"/>
          <a:stretch xmlns:a="http://schemas.openxmlformats.org/drawingml/2006/main">
            <a:fillRect/>
          </a:stretch>
        </p:blipFill>
      </p:pic>
    </p:spTree>
  </p:cSld>
</p:sld>
</file>