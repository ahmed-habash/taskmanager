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669106f4f1844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c4c63900884e4c"/>
  </p:sldMasterIdLst>
  <p:sldIdLst>
    <p:sldId xmlns:r="http://schemas.openxmlformats.org/officeDocument/2006/relationships" id="256" r:id="R3e96199fe355457e"/>
    <p:sldId xmlns:r="http://schemas.openxmlformats.org/officeDocument/2006/relationships" id="257" r:id="R9b932b22740641ba"/>
    <p:sldId xmlns:r="http://schemas.openxmlformats.org/officeDocument/2006/relationships" id="258" r:id="R2a93c232b7d1476d"/>
    <p:sldId xmlns:r="http://schemas.openxmlformats.org/officeDocument/2006/relationships" id="259" r:id="R9672253b771d4386"/>
    <p:sldId xmlns:r="http://schemas.openxmlformats.org/officeDocument/2006/relationships" id="260" r:id="R1850c7bbb6634e49"/>
    <p:sldId xmlns:r="http://schemas.openxmlformats.org/officeDocument/2006/relationships" id="261" r:id="Rf4c89ff141c14e0e"/>
    <p:sldId xmlns:r="http://schemas.openxmlformats.org/officeDocument/2006/relationships" id="262" r:id="R75f645c2cb06419c"/>
    <p:sldId xmlns:r="http://schemas.openxmlformats.org/officeDocument/2006/relationships" id="263" r:id="Re95976dd1d284871"/>
    <p:sldId xmlns:r="http://schemas.openxmlformats.org/officeDocument/2006/relationships" id="264" r:id="R4aa117f7ea7f4c88"/>
    <p:sldId xmlns:r="http://schemas.openxmlformats.org/officeDocument/2006/relationships" id="265" r:id="R7064fd6994314d8c"/>
    <p:sldId xmlns:r="http://schemas.openxmlformats.org/officeDocument/2006/relationships" id="266" r:id="R03d4109b9447438e"/>
    <p:sldId xmlns:r="http://schemas.openxmlformats.org/officeDocument/2006/relationships" id="267" r:id="Rcf11e82247424f59"/>
    <p:sldId xmlns:r="http://schemas.openxmlformats.org/officeDocument/2006/relationships" id="268" r:id="R0dcae02446054670"/>
    <p:sldId xmlns:r="http://schemas.openxmlformats.org/officeDocument/2006/relationships" id="269" r:id="R396fc87483d8406f"/>
    <p:sldId xmlns:r="http://schemas.openxmlformats.org/officeDocument/2006/relationships" id="270" r:id="R01b7132e5b84467d"/>
    <p:sldId xmlns:r="http://schemas.openxmlformats.org/officeDocument/2006/relationships" id="271" r:id="Rc4fefee4074c4529"/>
    <p:sldId xmlns:r="http://schemas.openxmlformats.org/officeDocument/2006/relationships" id="272" r:id="R1873e8e1f60f46b7"/>
    <p:sldId xmlns:r="http://schemas.openxmlformats.org/officeDocument/2006/relationships" id="273" r:id="R1172349bb76646fd"/>
    <p:sldId xmlns:r="http://schemas.openxmlformats.org/officeDocument/2006/relationships" id="274" r:id="R9d87c2e324034203"/>
    <p:sldId xmlns:r="http://schemas.openxmlformats.org/officeDocument/2006/relationships" id="275" r:id="R6944dd26c35e427d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25cd41a9534c4061" /><Relationship Type="http://schemas.openxmlformats.org/officeDocument/2006/relationships/viewProps" Target="/ppt/viewProps.xml" Id="Ra401544bec2b4406" /><Relationship Type="http://schemas.openxmlformats.org/officeDocument/2006/relationships/slideMaster" Target="/ppt/slideMasters/slideMaster1.xml" Id="R8ec4c63900884e4c" /><Relationship Type="http://schemas.openxmlformats.org/officeDocument/2006/relationships/slide" Target="/ppt/slides/slide1.xml" Id="R3e96199fe355457e" /><Relationship Type="http://schemas.openxmlformats.org/officeDocument/2006/relationships/slide" Target="/ppt/slides/slide2.xml" Id="R9b932b22740641ba" /><Relationship Type="http://schemas.openxmlformats.org/officeDocument/2006/relationships/slide" Target="/ppt/slides/slide3.xml" Id="R2a93c232b7d1476d" /><Relationship Type="http://schemas.openxmlformats.org/officeDocument/2006/relationships/slide" Target="/ppt/slides/slide4.xml" Id="R9672253b771d4386" /><Relationship Type="http://schemas.openxmlformats.org/officeDocument/2006/relationships/slide" Target="/ppt/slides/slide5.xml" Id="R1850c7bbb6634e49" /><Relationship Type="http://schemas.openxmlformats.org/officeDocument/2006/relationships/slide" Target="/ppt/slides/slide6.xml" Id="Rf4c89ff141c14e0e" /><Relationship Type="http://schemas.openxmlformats.org/officeDocument/2006/relationships/slide" Target="/ppt/slides/slide7.xml" Id="R75f645c2cb06419c" /><Relationship Type="http://schemas.openxmlformats.org/officeDocument/2006/relationships/slide" Target="/ppt/slides/slide8.xml" Id="Re95976dd1d284871" /><Relationship Type="http://schemas.openxmlformats.org/officeDocument/2006/relationships/slide" Target="/ppt/slides/slide9.xml" Id="R4aa117f7ea7f4c88" /><Relationship Type="http://schemas.openxmlformats.org/officeDocument/2006/relationships/slide" Target="/ppt/slides/slide10.xml" Id="R7064fd6994314d8c" /><Relationship Type="http://schemas.openxmlformats.org/officeDocument/2006/relationships/slide" Target="/ppt/slides/slide11.xml" Id="R03d4109b9447438e" /><Relationship Type="http://schemas.openxmlformats.org/officeDocument/2006/relationships/slide" Target="/ppt/slides/slide12.xml" Id="Rcf11e82247424f59" /><Relationship Type="http://schemas.openxmlformats.org/officeDocument/2006/relationships/slide" Target="/ppt/slides/slide13.xml" Id="R0dcae02446054670" /><Relationship Type="http://schemas.openxmlformats.org/officeDocument/2006/relationships/slide" Target="/ppt/slides/slide14.xml" Id="R396fc87483d8406f" /><Relationship Type="http://schemas.openxmlformats.org/officeDocument/2006/relationships/slide" Target="/ppt/slides/slide15.xml" Id="R01b7132e5b84467d" /><Relationship Type="http://schemas.openxmlformats.org/officeDocument/2006/relationships/slide" Target="/ppt/slides/slide16.xml" Id="Rc4fefee4074c4529" /><Relationship Type="http://schemas.openxmlformats.org/officeDocument/2006/relationships/slide" Target="/ppt/slides/slide17.xml" Id="R1873e8e1f60f46b7" /><Relationship Type="http://schemas.openxmlformats.org/officeDocument/2006/relationships/slide" Target="/ppt/slides/slide18.xml" Id="R1172349bb76646fd" /><Relationship Type="http://schemas.openxmlformats.org/officeDocument/2006/relationships/slide" Target="/ppt/slides/slide19.xml" Id="R9d87c2e324034203" /><Relationship Type="http://schemas.openxmlformats.org/officeDocument/2006/relationships/slide" Target="/ppt/slides/slide20.xml" Id="R6944dd26c35e427d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a8bee902ab0441d2" /><Relationship Type="http://schemas.openxmlformats.org/officeDocument/2006/relationships/slideLayout" Target="/ppt/slideLayouts/slideLayout1.xml" Id="R6cfb28843c97449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fb28843c974496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dc0098b0445db" /><Relationship Type="http://schemas.openxmlformats.org/officeDocument/2006/relationships/image" Target="/ppt/media/image.jpg" Id="Ra4c7f02b6d0a42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a88ea371b46ab" /><Relationship Type="http://schemas.openxmlformats.org/officeDocument/2006/relationships/image" Target="/ppt/media/image2.jpg" Id="R17409235628d48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03972108c427c" /><Relationship Type="http://schemas.openxmlformats.org/officeDocument/2006/relationships/image" Target="/ppt/media/image3.jpg" Id="R03c513cd199049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27cf282914ddb" /><Relationship Type="http://schemas.openxmlformats.org/officeDocument/2006/relationships/image" Target="/ppt/media/image4.jpg" Id="Rc829af7e6b9440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6785b1dce41e9" /><Relationship Type="http://schemas.openxmlformats.org/officeDocument/2006/relationships/image" Target="/ppt/media/image5.jpg" Id="Reb22d5ce059240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b438724814769" /><Relationship Type="http://schemas.openxmlformats.org/officeDocument/2006/relationships/image" Target="/ppt/media/image6.jpg" Id="R03db048d119b4c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18968bb5940bb" /><Relationship Type="http://schemas.openxmlformats.org/officeDocument/2006/relationships/image" Target="/ppt/media/image7.jpg" Id="R6f50f090e5d348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596bafdf843d4" /><Relationship Type="http://schemas.openxmlformats.org/officeDocument/2006/relationships/image" Target="/ppt/media/image8.jpg" Id="Rb617a14c2d0848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342c2bb9048e2" /><Relationship Type="http://schemas.openxmlformats.org/officeDocument/2006/relationships/image" Target="/ppt/media/image9.jpg" Id="R052324540d5241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8a24690264426" /><Relationship Type="http://schemas.openxmlformats.org/officeDocument/2006/relationships/image" Target="/ppt/media/image10.jpg" Id="R1c06681829ec42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dc2b383ca4631" /><Relationship Type="http://schemas.openxmlformats.org/officeDocument/2006/relationships/image" Target="/ppt/media/image11.jpg" Id="R918e5b6f444947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8524499824807" /><Relationship Type="http://schemas.openxmlformats.org/officeDocument/2006/relationships/image" Target="/ppt/media/image12.jpg" Id="R928defa70f1a4d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1bdc9af8e4b6c" /><Relationship Type="http://schemas.openxmlformats.org/officeDocument/2006/relationships/image" Target="/ppt/media/image13.jpg" Id="Reb4566eed3344c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deb641d924a90" /><Relationship Type="http://schemas.openxmlformats.org/officeDocument/2006/relationships/image" Target="/ppt/media/image14.jpg" Id="R9f90a79d832c47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c08c5f70d49ce" /><Relationship Type="http://schemas.openxmlformats.org/officeDocument/2006/relationships/image" Target="/ppt/media/image15.jpg" Id="R5e743b54df0043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5e8f3dfc84fb5" /><Relationship Type="http://schemas.openxmlformats.org/officeDocument/2006/relationships/image" Target="/ppt/media/image16.jpg" Id="R0b90eab3d5c24d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84eecdf484039" /><Relationship Type="http://schemas.openxmlformats.org/officeDocument/2006/relationships/image" Target="/ppt/media/image17.jpg" Id="R947770e47b8941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da5a9b321433f" /><Relationship Type="http://schemas.openxmlformats.org/officeDocument/2006/relationships/image" Target="/ppt/media/image18.jpg" Id="R73b9b303de564f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cd10933c04687" /><Relationship Type="http://schemas.openxmlformats.org/officeDocument/2006/relationships/image" Target="/ppt/media/image19.jpg" Id="R45c2b698b3bb466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c6d7fd9454ade" /><Relationship Type="http://schemas.openxmlformats.org/officeDocument/2006/relationships/image" Target="/ppt/media/image20.jpg" Id="Rf0b396affec844d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78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5479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Geometry Dash Level Creation</a:t>
            </a:r>
          </a:p>
        </p:txBody>
      </p:sp>
      <p:sp>
        <p:nvSpPr>
          <p:cNvPr id="75174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4226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Geometry Dash is a rhythm-based platformer game.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Players can create their own levels using various tools.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This presentation will guide you on making levels inspired by Israel Circles.</a:t>
            </a:r>
          </a:p>
        </p:txBody>
      </p:sp>
      <p:pic>
        <p:nvPicPr>
          <p:cNvPr id="57431" name="TopicImage"/>
          <p:cNvPicPr/>
          <p:nvPr/>
        </p:nvPicPr>
        <p:blipFill>
          <a:blip xmlns:r="http://schemas.openxmlformats.org/officeDocument/2006/relationships" xmlns:a="http://schemas.openxmlformats.org/drawingml/2006/main" r:embed="Ra4c7f02b6d0a427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469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8206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Understanding the Basics</a:t>
            </a:r>
          </a:p>
        </p:txBody>
      </p:sp>
      <p:sp>
        <p:nvSpPr>
          <p:cNvPr id="2244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0025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Familiarize yourself with the Geometry Dash level editor.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Learn about the different game mechanics and objects available.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Practice using the editor to get comfortable with controls.</a:t>
            </a:r>
          </a:p>
        </p:txBody>
      </p:sp>
      <p:pic>
        <p:nvPicPr>
          <p:cNvPr id="824744" name="TopicImage"/>
          <p:cNvPicPr/>
          <p:nvPr/>
        </p:nvPicPr>
        <p:blipFill>
          <a:blip xmlns:r="http://schemas.openxmlformats.org/officeDocument/2006/relationships" xmlns:a="http://schemas.openxmlformats.org/drawingml/2006/main" r:embed="R17409235628d481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022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7607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Planning Your Level</a:t>
            </a:r>
          </a:p>
        </p:txBody>
      </p:sp>
      <p:sp>
        <p:nvSpPr>
          <p:cNvPr id="5247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81528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Start by sketching your level layout on paper.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Decide on the theme and style of your level.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Consider the difficulty and pacing of your level.</a:t>
            </a:r>
          </a:p>
        </p:txBody>
      </p:sp>
      <p:pic>
        <p:nvPicPr>
          <p:cNvPr id="48213" name="TopicImage"/>
          <p:cNvPicPr/>
          <p:nvPr/>
        </p:nvPicPr>
        <p:blipFill>
          <a:blip xmlns:r="http://schemas.openxmlformats.org/officeDocument/2006/relationships" xmlns:a="http://schemas.openxmlformats.org/drawingml/2006/main" r:embed="R03c513cd1990496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169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4177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Choosing the Right Music</a:t>
            </a:r>
          </a:p>
        </p:txBody>
      </p:sp>
      <p:sp>
        <p:nvSpPr>
          <p:cNvPr id="93695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2505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Select a song that fits the mood of your level.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Ensure the song has a clear rhythm to match gameplay.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the music to enhance the player's experience.</a:t>
            </a:r>
          </a:p>
        </p:txBody>
      </p:sp>
      <p:pic>
        <p:nvPicPr>
          <p:cNvPr id="737736" name="TopicImage"/>
          <p:cNvPicPr/>
          <p:nvPr/>
        </p:nvPicPr>
        <p:blipFill>
          <a:blip xmlns:r="http://schemas.openxmlformats.org/officeDocument/2006/relationships" xmlns:a="http://schemas.openxmlformats.org/drawingml/2006/main" r:embed="Rc829af7e6b9440b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697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1804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Creating the First Section</a:t>
            </a:r>
          </a:p>
        </p:txBody>
      </p:sp>
      <p:sp>
        <p:nvSpPr>
          <p:cNvPr id="95934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4102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Begin designing the first section of your level.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Introduce basic obstacles to familiarize players.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Keep the design simple to ease players into the level.</a:t>
            </a:r>
          </a:p>
        </p:txBody>
      </p:sp>
      <p:pic>
        <p:nvPicPr>
          <p:cNvPr id="979154" name="TopicImage"/>
          <p:cNvPicPr/>
          <p:nvPr/>
        </p:nvPicPr>
        <p:blipFill>
          <a:blip xmlns:r="http://schemas.openxmlformats.org/officeDocument/2006/relationships" xmlns:a="http://schemas.openxmlformats.org/drawingml/2006/main" r:embed="Reb22d5ce059240a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518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865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Adding Visual Elements</a:t>
            </a:r>
          </a:p>
        </p:txBody>
      </p:sp>
      <p:sp>
        <p:nvSpPr>
          <p:cNvPr id="30741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9187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background decorations to enhance visual appeal.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Choose colors that match the theme of your level.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Experiment with different visual styles to find what works.</a:t>
            </a:r>
          </a:p>
        </p:txBody>
      </p:sp>
      <p:pic>
        <p:nvPicPr>
          <p:cNvPr id="944907" name="TopicImage"/>
          <p:cNvPicPr/>
          <p:nvPr/>
        </p:nvPicPr>
        <p:blipFill>
          <a:blip xmlns:r="http://schemas.openxmlformats.org/officeDocument/2006/relationships" xmlns:a="http://schemas.openxmlformats.org/drawingml/2006/main" r:embed="R03db048d119b4c4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82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1532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Incorporating Unique Obstacles</a:t>
            </a:r>
          </a:p>
        </p:txBody>
      </p:sp>
      <p:sp>
        <p:nvSpPr>
          <p:cNvPr id="39716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2689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Introduce unique obstacles inspired by Israel Circles.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moving platforms, spikes, and other creative elements.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Ensure obstacles are challenging but fair for players.</a:t>
            </a:r>
          </a:p>
        </p:txBody>
      </p:sp>
      <p:pic>
        <p:nvPicPr>
          <p:cNvPr id="625581" name="TopicImage"/>
          <p:cNvPicPr/>
          <p:nvPr/>
        </p:nvPicPr>
        <p:blipFill>
          <a:blip xmlns:r="http://schemas.openxmlformats.org/officeDocument/2006/relationships" xmlns:a="http://schemas.openxmlformats.org/drawingml/2006/main" r:embed="R6f50f090e5d3489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324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6384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Testing Your Level</a:t>
            </a:r>
          </a:p>
        </p:txBody>
      </p:sp>
      <p:sp>
        <p:nvSpPr>
          <p:cNvPr id="58412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004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Playtest your level multiple times to identify issues.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Ask friends for feedback on difficulty and design.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Make adjustments based on testing results.</a:t>
            </a:r>
          </a:p>
        </p:txBody>
      </p:sp>
      <p:pic>
        <p:nvPicPr>
          <p:cNvPr id="237789" name="TopicImage"/>
          <p:cNvPicPr/>
          <p:nvPr/>
        </p:nvPicPr>
        <p:blipFill>
          <a:blip xmlns:r="http://schemas.openxmlformats.org/officeDocument/2006/relationships" xmlns:a="http://schemas.openxmlformats.org/drawingml/2006/main" r:embed="Rb617a14c2d08486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47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0042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Adding Checkpoints</a:t>
            </a:r>
          </a:p>
        </p:txBody>
      </p:sp>
      <p:sp>
        <p:nvSpPr>
          <p:cNvPr id="89674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68474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Incorporate checkpoints to make the level more forgiving.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Place checkpoints at strategic points in the level.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Ensure players can easily reach them during gameplay.</a:t>
            </a:r>
          </a:p>
        </p:txBody>
      </p:sp>
      <p:pic>
        <p:nvPicPr>
          <p:cNvPr id="281810" name="TopicImage"/>
          <p:cNvPicPr/>
          <p:nvPr/>
        </p:nvPicPr>
        <p:blipFill>
          <a:blip xmlns:r="http://schemas.openxmlformats.org/officeDocument/2006/relationships" xmlns:a="http://schemas.openxmlformats.org/drawingml/2006/main" r:embed="R052324540d52413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269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2554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Finalizing the Design</a:t>
            </a:r>
          </a:p>
        </p:txBody>
      </p:sp>
      <p:sp>
        <p:nvSpPr>
          <p:cNvPr id="93332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86525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Review your level for any final adjustments.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Polish visuals and gameplay mechanics for a smooth experience.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Ensure the level flows well from start to finish.</a:t>
            </a:r>
          </a:p>
        </p:txBody>
      </p:sp>
      <p:pic>
        <p:nvPicPr>
          <p:cNvPr id="339227" name="TopicImage"/>
          <p:cNvPicPr/>
          <p:nvPr/>
        </p:nvPicPr>
        <p:blipFill>
          <a:blip xmlns:r="http://schemas.openxmlformats.org/officeDocument/2006/relationships" xmlns:a="http://schemas.openxmlformats.org/drawingml/2006/main" r:embed="R1c06681829ec42a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261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4121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Sharing Your Level</a:t>
            </a:r>
          </a:p>
        </p:txBody>
      </p:sp>
      <p:sp>
        <p:nvSpPr>
          <p:cNvPr id="27845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68725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Publish your level for others to play and enjoy.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Share your level on social media and Geometry Dash forums.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Engage with the community for feedback and improvement.</a:t>
            </a:r>
          </a:p>
        </p:txBody>
      </p:sp>
      <p:pic>
        <p:nvPicPr>
          <p:cNvPr id="235539" name="TopicImage"/>
          <p:cNvPicPr/>
          <p:nvPr/>
        </p:nvPicPr>
        <p:blipFill>
          <a:blip xmlns:r="http://schemas.openxmlformats.org/officeDocument/2006/relationships" xmlns:a="http://schemas.openxmlformats.org/drawingml/2006/main" r:embed="R918e5b6f4449475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36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4776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Learning from Others</a:t>
            </a:r>
          </a:p>
        </p:txBody>
      </p:sp>
      <p:sp>
        <p:nvSpPr>
          <p:cNvPr id="59227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5815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Play levels created by others for inspiration.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Analyze what makes their levels enjoyable or challenging.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Incorporate successful elements into your own designs.</a:t>
            </a:r>
          </a:p>
        </p:txBody>
      </p:sp>
      <p:pic>
        <p:nvPicPr>
          <p:cNvPr id="113676" name="TopicImage"/>
          <p:cNvPicPr/>
          <p:nvPr/>
        </p:nvPicPr>
        <p:blipFill>
          <a:blip xmlns:r="http://schemas.openxmlformats.org/officeDocument/2006/relationships" xmlns:a="http://schemas.openxmlformats.org/drawingml/2006/main" r:embed="R928defa70f1a4d9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863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7165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Experimenting with Styles</a:t>
            </a:r>
          </a:p>
        </p:txBody>
      </p:sp>
      <p:sp>
        <p:nvSpPr>
          <p:cNvPr id="69933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3389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Don't be afraid to experiment with different styles.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Try combining elements from various levels you admire.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Develop your unique style as a level creator.</a:t>
            </a:r>
          </a:p>
        </p:txBody>
      </p:sp>
      <p:pic>
        <p:nvPicPr>
          <p:cNvPr id="281568" name="TopicImage"/>
          <p:cNvPicPr/>
          <p:nvPr/>
        </p:nvPicPr>
        <p:blipFill>
          <a:blip xmlns:r="http://schemas.openxmlformats.org/officeDocument/2006/relationships" xmlns:a="http://schemas.openxmlformats.org/drawingml/2006/main" r:embed="Reb4566eed3344cd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396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6314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Keeping Up with Updates</a:t>
            </a:r>
          </a:p>
        </p:txBody>
      </p:sp>
      <p:sp>
        <p:nvSpPr>
          <p:cNvPr id="63541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7669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Stay informed about updates to Geometry Dash.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New features can enhance your level creation process.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Adapt your levels to utilize new game mechanics.</a:t>
            </a:r>
          </a:p>
        </p:txBody>
      </p:sp>
      <p:pic>
        <p:nvPicPr>
          <p:cNvPr id="519954" name="TopicImage"/>
          <p:cNvPicPr/>
          <p:nvPr/>
        </p:nvPicPr>
        <p:blipFill>
          <a:blip xmlns:r="http://schemas.openxmlformats.org/officeDocument/2006/relationships" xmlns:a="http://schemas.openxmlformats.org/drawingml/2006/main" r:embed="R9f90a79d832c474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18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1977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Engaging with the Community</a:t>
            </a:r>
          </a:p>
        </p:txBody>
      </p:sp>
      <p:sp>
        <p:nvSpPr>
          <p:cNvPr id="86398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64888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Join forums and groups dedicated to Geometry Dash.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Share your experiences and learn from other creators.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Collaborate with others to improve your skills.</a:t>
            </a:r>
          </a:p>
        </p:txBody>
      </p:sp>
      <p:pic>
        <p:nvPicPr>
          <p:cNvPr id="126598" name="TopicImage"/>
          <p:cNvPicPr/>
          <p:nvPr/>
        </p:nvPicPr>
        <p:blipFill>
          <a:blip xmlns:r="http://schemas.openxmlformats.org/officeDocument/2006/relationships" xmlns:a="http://schemas.openxmlformats.org/drawingml/2006/main" r:embed="R5e743b54df00436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532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97229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Analyzing Player Feedback</a:t>
            </a:r>
          </a:p>
        </p:txBody>
      </p:sp>
      <p:sp>
        <p:nvSpPr>
          <p:cNvPr id="60603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0859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Pay attention to player feedback on your levels.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Use constructive criticism to improve future designs.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Adapt your levels based on player experiences.</a:t>
            </a:r>
          </a:p>
        </p:txBody>
      </p:sp>
      <p:pic>
        <p:nvPicPr>
          <p:cNvPr id="728618" name="TopicImage"/>
          <p:cNvPicPr/>
          <p:nvPr/>
        </p:nvPicPr>
        <p:blipFill>
          <a:blip xmlns:r="http://schemas.openxmlformats.org/officeDocument/2006/relationships" xmlns:a="http://schemas.openxmlformats.org/drawingml/2006/main" r:embed="R0b90eab3d5c24dc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36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1693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Creating a Series of Levels</a:t>
            </a:r>
          </a:p>
        </p:txBody>
      </p:sp>
      <p:sp>
        <p:nvSpPr>
          <p:cNvPr id="77184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162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Consider creating a series of levels with a common theme.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Develop a storyline or progression through your levels.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Keep players engaged with consistent quality and design.</a:t>
            </a:r>
          </a:p>
        </p:txBody>
      </p:sp>
      <p:pic>
        <p:nvPicPr>
          <p:cNvPr id="140767" name="TopicImage"/>
          <p:cNvPicPr/>
          <p:nvPr/>
        </p:nvPicPr>
        <p:blipFill>
          <a:blip xmlns:r="http://schemas.openxmlformats.org/officeDocument/2006/relationships" xmlns:a="http://schemas.openxmlformats.org/drawingml/2006/main" r:embed="R947770e47b89413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376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9401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Staying Motivated</a:t>
            </a:r>
          </a:p>
        </p:txBody>
      </p:sp>
      <p:sp>
        <p:nvSpPr>
          <p:cNvPr id="54793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2088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Keep your passion for level creation alive.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Set goals for yourself to stay motivated.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Celebrate your achievements and progress.</a:t>
            </a:r>
          </a:p>
        </p:txBody>
      </p:sp>
      <p:pic>
        <p:nvPicPr>
          <p:cNvPr id="421763" name="TopicImage"/>
          <p:cNvPicPr/>
          <p:nvPr/>
        </p:nvPicPr>
        <p:blipFill>
          <a:blip xmlns:r="http://schemas.openxmlformats.org/officeDocument/2006/relationships" xmlns:a="http://schemas.openxmlformats.org/drawingml/2006/main" r:embed="R73b9b303de564f3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61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3049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Resources for Level Creation</a:t>
            </a:r>
          </a:p>
        </p:txBody>
      </p:sp>
      <p:sp>
        <p:nvSpPr>
          <p:cNvPr id="44833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42428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Utilize online tutorials and resources for tips.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Join communities that focus on level creation.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Share your knowledge and learn from others.</a:t>
            </a:r>
          </a:p>
        </p:txBody>
      </p:sp>
      <p:pic>
        <p:nvPicPr>
          <p:cNvPr id="6462" name="TopicImage"/>
          <p:cNvPicPr/>
          <p:nvPr/>
        </p:nvPicPr>
        <p:blipFill>
          <a:blip xmlns:r="http://schemas.openxmlformats.org/officeDocument/2006/relationships" xmlns:a="http://schemas.openxmlformats.org/drawingml/2006/main" r:embed="R45c2b698b3bb466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94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5549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2058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48380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Creating Geometry Dash levels can be a rewarding experience.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With practice and creativity, you can develop unique levels.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Enjoy the process and have fun sharing your creations!</a:t>
            </a:r>
          </a:p>
        </p:txBody>
      </p:sp>
      <p:pic>
        <p:nvPicPr>
          <p:cNvPr id="168004" name="TopicImage"/>
          <p:cNvPicPr/>
          <p:nvPr/>
        </p:nvPicPr>
        <p:blipFill>
          <a:blip xmlns:r="http://schemas.openxmlformats.org/officeDocument/2006/relationships" xmlns:a="http://schemas.openxmlformats.org/drawingml/2006/main" r:embed="Rf0b396affec844d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