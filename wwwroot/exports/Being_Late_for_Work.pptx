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7f276cb068d4b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5b5a6d09574e58"/>
  </p:sldMasterIdLst>
  <p:sldIdLst>
    <p:sldId xmlns:r="http://schemas.openxmlformats.org/officeDocument/2006/relationships" id="256" r:id="R809f41bd884349d2"/>
    <p:sldId xmlns:r="http://schemas.openxmlformats.org/officeDocument/2006/relationships" id="257" r:id="R9eda8852f3074a65"/>
    <p:sldId xmlns:r="http://schemas.openxmlformats.org/officeDocument/2006/relationships" id="258" r:id="R1f1ad039266a4091"/>
    <p:sldId xmlns:r="http://schemas.openxmlformats.org/officeDocument/2006/relationships" id="259" r:id="R11c01902c7dd4d7f"/>
    <p:sldId xmlns:r="http://schemas.openxmlformats.org/officeDocument/2006/relationships" id="260" r:id="Re0c0c0dd45b14202"/>
    <p:sldId xmlns:r="http://schemas.openxmlformats.org/officeDocument/2006/relationships" id="261" r:id="Ra33d8612bca64070"/>
  </p:sldIdLst>
  <p:sldSz cx="9144000" cy="6858000" type="screen4x3"/>
  <p:notesSz cx="6858000" cy="9144000"/>
  <p:defaultTextStyle/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/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66e21da7d2e748f4" /><Relationship Type="http://schemas.openxmlformats.org/officeDocument/2006/relationships/viewProps" Target="/ppt/viewProps.xml" Id="Rccfd050547eb4549" /><Relationship Type="http://schemas.openxmlformats.org/officeDocument/2006/relationships/slideMaster" Target="/ppt/slideMasters/slideMaster1.xml" Id="R605b5a6d09574e58" /><Relationship Type="http://schemas.openxmlformats.org/officeDocument/2006/relationships/slide" Target="/ppt/slides/slide1.xml" Id="R809f41bd884349d2" /><Relationship Type="http://schemas.openxmlformats.org/officeDocument/2006/relationships/slide" Target="/ppt/slides/slide2.xml" Id="R9eda8852f3074a65" /><Relationship Type="http://schemas.openxmlformats.org/officeDocument/2006/relationships/slide" Target="/ppt/slides/slide3.xml" Id="R1f1ad039266a4091" /><Relationship Type="http://schemas.openxmlformats.org/officeDocument/2006/relationships/slide" Target="/ppt/slides/slide4.xml" Id="R11c01902c7dd4d7f" /><Relationship Type="http://schemas.openxmlformats.org/officeDocument/2006/relationships/slide" Target="/ppt/slides/slide5.xml" Id="Re0c0c0dd45b14202" /><Relationship Type="http://schemas.openxmlformats.org/officeDocument/2006/relationships/slide" Target="/ppt/slides/slide6.xml" Id="Ra33d8612bca64070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9b8f3f7ab94e4e5e" /><Relationship Type="http://schemas.openxmlformats.org/officeDocument/2006/relationships/slideLayout" Target="/ppt/slideLayouts/slideLayout1.xml" Id="R511489923e58401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1489923e584013"/>
  </p:sldLayoutIdLst>
</p:sldMaster>
</file>

<file path=ppt/slideMasters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C1C1C"/>
      </a:dk2>
      <a:lt2>
        <a:srgbClr val="E0E0E0"/>
      </a:lt2>
      <a:accent1>
        <a:srgbClr val="1C1C1C"/>
      </a:accent1>
      <a:accent2>
        <a:srgbClr val="0078D7"/>
      </a:accent2>
      <a:accent3>
        <a:srgbClr val="FF0000"/>
      </a:accent3>
      <a:accent4>
        <a:srgbClr val="00FF00"/>
      </a:accent4>
      <a:accent5>
        <a:srgbClr val="0000FF"/>
      </a:accent5>
      <a:accent6>
        <a:srgbClr val="FFFF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accent1"/>
        </a:solidFill>
      </a:fillStyleLst>
      <a:lnStyleLst>
        <a:ln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accent1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ba3e2f12d4047" /><Relationship Type="http://schemas.openxmlformats.org/officeDocument/2006/relationships/image" Target="/ppt/media/image.jpg" Id="R68a67b787e5d40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6a3ee01d1641fe" /><Relationship Type="http://schemas.openxmlformats.org/officeDocument/2006/relationships/image" Target="/ppt/media/image2.jpg" Id="Rceab531dc25c4d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f56b2217d4ddc" /><Relationship Type="http://schemas.openxmlformats.org/officeDocument/2006/relationships/image" Target="/ppt/media/image3.jpg" Id="R356b1a09dda940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44df09e3a4117" /><Relationship Type="http://schemas.openxmlformats.org/officeDocument/2006/relationships/image" Target="/ppt/media/image4.jpg" Id="Rf1f9515f4d5549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700a3638249e1" /><Relationship Type="http://schemas.openxmlformats.org/officeDocument/2006/relationships/image" Target="/ppt/media/image5.jpg" Id="Ra17a0d0693ed4f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3a8fac21546b0" /><Relationship Type="http://schemas.openxmlformats.org/officeDocument/2006/relationships/image" Target="/ppt/media/image6.jpg" Id="R917d725c527e47c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3076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31009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668543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60308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Being late for work can impact productivity and team dynamics.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is essential to understand the reasons behind lateness.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This presentation explores common causes and solutions.</a:t>
            </a:r>
          </a:p>
        </p:txBody>
      </p:sp>
      <p:pic>
        <p:nvPicPr>
          <p:cNvPr id="274991" name="TopicImage"/>
          <p:cNvPicPr/>
          <p:nvPr/>
        </p:nvPicPr>
        <p:blipFill>
          <a:blip xmlns:r="http://schemas.openxmlformats.org/officeDocument/2006/relationships" xmlns:a="http://schemas.openxmlformats.org/drawingml/2006/main" r:embed="R68a67b787e5d403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9466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67529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Common Reasons for Being Late</a:t>
            </a:r>
          </a:p>
        </p:txBody>
      </p:sp>
      <p:sp>
        <p:nvSpPr>
          <p:cNvPr id="886868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99976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Oversleeping due to alarm failure.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Unforeseen traffic jams or accidents.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Inclement weather affecting travel time.</a:t>
            </a:r>
          </a:p>
        </p:txBody>
      </p:sp>
      <p:pic>
        <p:nvPicPr>
          <p:cNvPr id="197859" name="TopicImage"/>
          <p:cNvPicPr/>
          <p:nvPr/>
        </p:nvPicPr>
        <p:blipFill>
          <a:blip xmlns:r="http://schemas.openxmlformats.org/officeDocument/2006/relationships" xmlns:a="http://schemas.openxmlformats.org/drawingml/2006/main" r:embed="Rceab531dc25c4d5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201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34481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Impact on Work Environment</a:t>
            </a:r>
          </a:p>
        </p:txBody>
      </p:sp>
      <p:sp>
        <p:nvSpPr>
          <p:cNvPr id="23031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33407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Late arrivals can disrupt team meetings.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Colleagues may feel frustrated or undervalued.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can lead to a negative workplace culture.</a:t>
            </a:r>
          </a:p>
        </p:txBody>
      </p:sp>
      <p:pic>
        <p:nvPicPr>
          <p:cNvPr id="227976" name="TopicImage"/>
          <p:cNvPicPr/>
          <p:nvPr/>
        </p:nvPicPr>
        <p:blipFill>
          <a:blip xmlns:r="http://schemas.openxmlformats.org/officeDocument/2006/relationships" xmlns:a="http://schemas.openxmlformats.org/drawingml/2006/main" r:embed="R356b1a09dda940d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2770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4259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Strategies to Avoid Being Late</a:t>
            </a:r>
          </a:p>
        </p:txBody>
      </p:sp>
      <p:sp>
        <p:nvSpPr>
          <p:cNvPr id="50318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18644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Set multiple alarms to ensure waking up on time.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Plan your route and leave earlier than necessary.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Consider using public transport for reliability.</a:t>
            </a:r>
          </a:p>
        </p:txBody>
      </p:sp>
      <p:pic>
        <p:nvPicPr>
          <p:cNvPr id="810240" name="TopicImage"/>
          <p:cNvPicPr/>
          <p:nvPr/>
        </p:nvPicPr>
        <p:blipFill>
          <a:blip xmlns:r="http://schemas.openxmlformats.org/officeDocument/2006/relationships" xmlns:a="http://schemas.openxmlformats.org/drawingml/2006/main" r:embed="Rf1f9515f4d55491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18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38095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Communicating with Your Employer</a:t>
            </a:r>
          </a:p>
        </p:txBody>
      </p:sp>
      <p:sp>
        <p:nvSpPr>
          <p:cNvPr id="92528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59416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Inform your employer as soon as possible if you are running late.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Maintain professionalism in communication.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Discuss potential adjustments to your schedule if lateness is frequent.</a:t>
            </a:r>
          </a:p>
        </p:txBody>
      </p:sp>
      <p:pic>
        <p:nvPicPr>
          <p:cNvPr id="925769" name="TopicImage"/>
          <p:cNvPicPr/>
          <p:nvPr/>
        </p:nvPicPr>
        <p:blipFill>
          <a:blip xmlns:r="http://schemas.openxmlformats.org/officeDocument/2006/relationships" xmlns:a="http://schemas.openxmlformats.org/drawingml/2006/main" r:embed="Ra17a0d0693ed4f7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2864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744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260448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37811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Punctuality is crucial for personal and professional success.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Understanding the causes can help in finding solutions.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Strive to improve time management skills.</a:t>
            </a:r>
          </a:p>
        </p:txBody>
      </p:sp>
      <p:pic>
        <p:nvPicPr>
          <p:cNvPr id="703504" name="TopicImage"/>
          <p:cNvPicPr/>
          <p:nvPr/>
        </p:nvPicPr>
        <p:blipFill>
          <a:blip xmlns:r="http://schemas.openxmlformats.org/officeDocument/2006/relationships" xmlns:a="http://schemas.openxmlformats.org/drawingml/2006/main" r:embed="R917d725c527e47c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