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3d74eefeb284c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1b6a2a8cf4490"/>
  </p:sldMasterIdLst>
  <p:sldIdLst>
    <p:sldId xmlns:r="http://schemas.openxmlformats.org/officeDocument/2006/relationships" id="256" r:id="Rcff24d3838ee4bf3"/>
    <p:sldId xmlns:r="http://schemas.openxmlformats.org/officeDocument/2006/relationships" id="257" r:id="Rbfca0055c1ee4f17"/>
    <p:sldId xmlns:r="http://schemas.openxmlformats.org/officeDocument/2006/relationships" id="258" r:id="R4834285dc11f476a"/>
    <p:sldId xmlns:r="http://schemas.openxmlformats.org/officeDocument/2006/relationships" id="259" r:id="Rda43d1cc7a4e4e25"/>
    <p:sldId xmlns:r="http://schemas.openxmlformats.org/officeDocument/2006/relationships" id="260" r:id="R429aee4b37fa4461"/>
    <p:sldId xmlns:r="http://schemas.openxmlformats.org/officeDocument/2006/relationships" id="261" r:id="Ra450f720412346fc"/>
    <p:sldId xmlns:r="http://schemas.openxmlformats.org/officeDocument/2006/relationships" id="262" r:id="R0f766384ae554014"/>
    <p:sldId xmlns:r="http://schemas.openxmlformats.org/officeDocument/2006/relationships" id="263" r:id="R193fac4c84af431f"/>
    <p:sldId xmlns:r="http://schemas.openxmlformats.org/officeDocument/2006/relationships" id="264" r:id="R5646cc35506149eb"/>
    <p:sldId xmlns:r="http://schemas.openxmlformats.org/officeDocument/2006/relationships" id="265" r:id="Rc88164b166394184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48b387d81d29484f" /><Relationship Type="http://schemas.openxmlformats.org/officeDocument/2006/relationships/viewProps" Target="/ppt/viewProps.xml" Id="R5c10a1b3eda2403c" /><Relationship Type="http://schemas.openxmlformats.org/officeDocument/2006/relationships/slideMaster" Target="/ppt/slideMasters/slideMaster1.xml" Id="R11f1b6a2a8cf4490" /><Relationship Type="http://schemas.openxmlformats.org/officeDocument/2006/relationships/slide" Target="/ppt/slides/slide1.xml" Id="Rcff24d3838ee4bf3" /><Relationship Type="http://schemas.openxmlformats.org/officeDocument/2006/relationships/slide" Target="/ppt/slides/slide2.xml" Id="Rbfca0055c1ee4f17" /><Relationship Type="http://schemas.openxmlformats.org/officeDocument/2006/relationships/slide" Target="/ppt/slides/slide3.xml" Id="R4834285dc11f476a" /><Relationship Type="http://schemas.openxmlformats.org/officeDocument/2006/relationships/slide" Target="/ppt/slides/slide4.xml" Id="Rda43d1cc7a4e4e25" /><Relationship Type="http://schemas.openxmlformats.org/officeDocument/2006/relationships/slide" Target="/ppt/slides/slide5.xml" Id="R429aee4b37fa4461" /><Relationship Type="http://schemas.openxmlformats.org/officeDocument/2006/relationships/slide" Target="/ppt/slides/slide6.xml" Id="Ra450f720412346fc" /><Relationship Type="http://schemas.openxmlformats.org/officeDocument/2006/relationships/slide" Target="/ppt/slides/slide7.xml" Id="R0f766384ae554014" /><Relationship Type="http://schemas.openxmlformats.org/officeDocument/2006/relationships/slide" Target="/ppt/slides/slide8.xml" Id="R193fac4c84af431f" /><Relationship Type="http://schemas.openxmlformats.org/officeDocument/2006/relationships/slide" Target="/ppt/slides/slide9.xml" Id="R5646cc35506149eb" /><Relationship Type="http://schemas.openxmlformats.org/officeDocument/2006/relationships/slide" Target="/ppt/slides/slide10.xml" Id="Rc88164b166394184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1465a2ef76d4b4f" /><Relationship Type="http://schemas.openxmlformats.org/officeDocument/2006/relationships/slideLayout" Target="/ppt/slideLayouts/slideLayout1.xml" Id="R1882ca5851a344b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82ca5851a344be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3113bd454366" /><Relationship Type="http://schemas.openxmlformats.org/officeDocument/2006/relationships/image" Target="/ppt/media/image.jpg" Id="Rd465c83064ec42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5966ee2064f55" /><Relationship Type="http://schemas.openxmlformats.org/officeDocument/2006/relationships/image" Target="/ppt/media/image2.jpg" Id="R52d82e7383324d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78d02759e44b8" /><Relationship Type="http://schemas.openxmlformats.org/officeDocument/2006/relationships/image" Target="/ppt/media/image3.jpg" Id="Rc415d40400bc49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f33870c7a4721" /><Relationship Type="http://schemas.openxmlformats.org/officeDocument/2006/relationships/image" Target="/ppt/media/image4.jpg" Id="R8d75a4c9465b42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7ecd4adcb4592" /><Relationship Type="http://schemas.openxmlformats.org/officeDocument/2006/relationships/image" Target="/ppt/media/image5.jpg" Id="Rb2b11837d91842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4e550210a49fa" /><Relationship Type="http://schemas.openxmlformats.org/officeDocument/2006/relationships/image" Target="/ppt/media/image6.jpg" Id="Rc70cc9ac1ea347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ffec901e54a73" /><Relationship Type="http://schemas.openxmlformats.org/officeDocument/2006/relationships/image" Target="/ppt/media/image7.jpg" Id="R9f22a0d01b8b4c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b48ab47a0452f" /><Relationship Type="http://schemas.openxmlformats.org/officeDocument/2006/relationships/image" Target="/ppt/media/image8.jpg" Id="Rd54b9b876ca047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e82e5639144ef" /><Relationship Type="http://schemas.openxmlformats.org/officeDocument/2006/relationships/image" Target="/ppt/media/image9.jpg" Id="Rb01bc141afb045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f3bcb12f641cc" /><Relationship Type="http://schemas.openxmlformats.org/officeDocument/2006/relationships/image" Target="/ppt/media/image10.jpg" Id="R1f3d13d007fe47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206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719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Whale Species</a:t>
            </a:r>
          </a:p>
        </p:txBody>
      </p:sp>
      <p:sp>
        <p:nvSpPr>
          <p:cNvPr id="37258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0447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Whales are large marine mammals...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divided into two main groups: baleen whales and toothed whales.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There are over 80 species of whales worldwide.</a:t>
            </a:r>
          </a:p>
        </p:txBody>
      </p:sp>
      <p:pic>
        <p:nvPicPr>
          <p:cNvPr id="968259" name="TopicImage"/>
          <p:cNvPicPr/>
          <p:nvPr/>
        </p:nvPicPr>
        <p:blipFill>
          <a:blip xmlns:r="http://schemas.openxmlformats.org/officeDocument/2006/relationships" xmlns:a="http://schemas.openxmlformats.org/drawingml/2006/main" r:embed="Rd465c83064ec425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561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3825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Blue Whale</a:t>
            </a:r>
          </a:p>
        </p:txBody>
      </p:sp>
      <p:sp>
        <p:nvSpPr>
          <p:cNvPr id="72534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388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blue whale is the largest animal known to have ever existed.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can reach lengths of up to 100 feet and weigh as much as 200 tons.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Blue whales primarily feed on tiny shrimp-like animals called krill.</a:t>
            </a:r>
          </a:p>
        </p:txBody>
      </p:sp>
      <p:pic>
        <p:nvPicPr>
          <p:cNvPr id="659329" name="TopicImage"/>
          <p:cNvPicPr/>
          <p:nvPr/>
        </p:nvPicPr>
        <p:blipFill>
          <a:blip xmlns:r="http://schemas.openxmlformats.org/officeDocument/2006/relationships" xmlns:a="http://schemas.openxmlformats.org/drawingml/2006/main" r:embed="R52d82e7383324db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498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8150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Humpback Whale</a:t>
            </a:r>
          </a:p>
        </p:txBody>
      </p:sp>
      <p:sp>
        <p:nvSpPr>
          <p:cNvPr id="15291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9398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Humpback whales are known for their incredible acrobatics and complex songs.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can grow up to 60 feet long and weigh around 40 tons.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Humpbacks migrate up to 16,000 miles each year between feeding and breeding grounds.</a:t>
            </a:r>
          </a:p>
        </p:txBody>
      </p:sp>
      <p:pic>
        <p:nvPicPr>
          <p:cNvPr id="510107" name="TopicImage"/>
          <p:cNvPicPr/>
          <p:nvPr/>
        </p:nvPicPr>
        <p:blipFill>
          <a:blip xmlns:r="http://schemas.openxmlformats.org/officeDocument/2006/relationships" xmlns:a="http://schemas.openxmlformats.org/drawingml/2006/main" r:embed="Rc415d40400bc495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59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550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Orca (Killer Whale)</a:t>
            </a:r>
          </a:p>
        </p:txBody>
      </p:sp>
      <p:sp>
        <p:nvSpPr>
          <p:cNvPr id="59158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6473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Orcas, or killer whales, are highly social and live in family groups called pods.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the largest members of the dolphin family and can grow up to 32 feet long.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Orcas are known for their intelligence and complex hunting techniques.</a:t>
            </a:r>
          </a:p>
        </p:txBody>
      </p:sp>
      <p:pic>
        <p:nvPicPr>
          <p:cNvPr id="423742" name="TopicImage"/>
          <p:cNvPicPr/>
          <p:nvPr/>
        </p:nvPicPr>
        <p:blipFill>
          <a:blip xmlns:r="http://schemas.openxmlformats.org/officeDocument/2006/relationships" xmlns:a="http://schemas.openxmlformats.org/drawingml/2006/main" r:embed="R8d75a4c9465b422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098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2338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Sperm Whale</a:t>
            </a:r>
          </a:p>
        </p:txBody>
      </p:sp>
      <p:sp>
        <p:nvSpPr>
          <p:cNvPr id="99488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910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Sperm whales are the largest toothed whales and can dive to depths of over 3,000 feet.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have a distinctive block-shaped head and can grow up to 60 feet long.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Sperm whales primarily feed on squid, including giant squid.</a:t>
            </a:r>
          </a:p>
        </p:txBody>
      </p:sp>
      <p:pic>
        <p:nvPicPr>
          <p:cNvPr id="397718" name="TopicImage"/>
          <p:cNvPicPr/>
          <p:nvPr/>
        </p:nvPicPr>
        <p:blipFill>
          <a:blip xmlns:r="http://schemas.openxmlformats.org/officeDocument/2006/relationships" xmlns:a="http://schemas.openxmlformats.org/drawingml/2006/main" r:embed="Rb2b11837d918429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888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2587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Gray Whale</a:t>
            </a:r>
          </a:p>
        </p:txBody>
      </p:sp>
      <p:sp>
        <p:nvSpPr>
          <p:cNvPr id="59837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8901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Gray whales are known for their long migrations, traveling up to 12,000 miles round trip.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can grow up to 49 feet long and weigh around 40 tons.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Gray whales feed by scooping up sediment from the ocean floor and filtering out small organisms.</a:t>
            </a:r>
          </a:p>
        </p:txBody>
      </p:sp>
      <p:pic>
        <p:nvPicPr>
          <p:cNvPr id="432797" name="TopicImage"/>
          <p:cNvPicPr/>
          <p:nvPr/>
        </p:nvPicPr>
        <p:blipFill>
          <a:blip xmlns:r="http://schemas.openxmlformats.org/officeDocument/2006/relationships" xmlns:a="http://schemas.openxmlformats.org/drawingml/2006/main" r:embed="Rc70cc9ac1ea347f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86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0993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Beluga Whale</a:t>
            </a:r>
          </a:p>
        </p:txBody>
      </p:sp>
      <p:sp>
        <p:nvSpPr>
          <p:cNvPr id="86743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168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Beluga whales are known for their vocalizations and are often called the 'canaries of the sea'.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smaller than many other whale species, reaching lengths of about 15 feet.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Belugas are social animals and often found in pods.</a:t>
            </a:r>
          </a:p>
        </p:txBody>
      </p:sp>
      <p:pic>
        <p:nvPicPr>
          <p:cNvPr id="936171" name="TopicImage"/>
          <p:cNvPicPr/>
          <p:nvPr/>
        </p:nvPicPr>
        <p:blipFill>
          <a:blip xmlns:r="http://schemas.openxmlformats.org/officeDocument/2006/relationships" xmlns:a="http://schemas.openxmlformats.org/drawingml/2006/main" r:embed="R9f22a0d01b8b4cf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045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0843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Bowhead Whale</a:t>
            </a:r>
          </a:p>
        </p:txBody>
      </p:sp>
      <p:sp>
        <p:nvSpPr>
          <p:cNvPr id="95857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216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Bowhead whales are native to Arctic and sub-Arctic regions and can live over 200 years.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have a large bow-shaped head and can grow up to 60 feet long.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Bowheads primarily feed on zooplankton using their baleen plates.</a:t>
            </a:r>
          </a:p>
        </p:txBody>
      </p:sp>
      <p:pic>
        <p:nvPicPr>
          <p:cNvPr id="781023" name="TopicImage"/>
          <p:cNvPicPr/>
          <p:nvPr/>
        </p:nvPicPr>
        <p:blipFill>
          <a:blip xmlns:r="http://schemas.openxmlformats.org/officeDocument/2006/relationships" xmlns:a="http://schemas.openxmlformats.org/drawingml/2006/main" r:embed="Rd54b9b876ca0475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449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5616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Fin Whale</a:t>
            </a:r>
          </a:p>
        </p:txBody>
      </p:sp>
      <p:sp>
        <p:nvSpPr>
          <p:cNvPr id="74907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9823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Fin whales are the second-largest whale species, reaching lengths of up to 88 feet.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known for their speed and can swim up to 23 miles per hour.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Fin whales primarily feed on small fish and krill.</a:t>
            </a:r>
          </a:p>
        </p:txBody>
      </p:sp>
      <p:pic>
        <p:nvPicPr>
          <p:cNvPr id="447981" name="TopicImage"/>
          <p:cNvPicPr/>
          <p:nvPr/>
        </p:nvPicPr>
        <p:blipFill>
          <a:blip xmlns:r="http://schemas.openxmlformats.org/officeDocument/2006/relationships" xmlns:a="http://schemas.openxmlformats.org/drawingml/2006/main" r:embed="Rb01bc141afb0457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929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626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1723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9369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Many whale species are endangered due to hunting, habitat loss, and climate change.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are crucial to protect these magnificent creatures and their habitats.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Understanding and appreciating whale diversity is essential for their preservation.</a:t>
            </a:r>
          </a:p>
        </p:txBody>
      </p:sp>
      <p:pic>
        <p:nvPicPr>
          <p:cNvPr id="99461" name="TopicImage"/>
          <p:cNvPicPr/>
          <p:nvPr/>
        </p:nvPicPr>
        <p:blipFill>
          <a:blip xmlns:r="http://schemas.openxmlformats.org/officeDocument/2006/relationships" xmlns:a="http://schemas.openxmlformats.org/drawingml/2006/main" r:embed="R1f3d13d007fe471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