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575360f3015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5a956e7afe4146"/>
  </p:sldMasterIdLst>
  <p:sldIdLst>
    <p:sldId xmlns:r="http://schemas.openxmlformats.org/officeDocument/2006/relationships" id="256" r:id="Rcd82ace4d8b34cde"/>
    <p:sldId xmlns:r="http://schemas.openxmlformats.org/officeDocument/2006/relationships" id="257" r:id="Rb14ba89245104c7c"/>
    <p:sldId xmlns:r="http://schemas.openxmlformats.org/officeDocument/2006/relationships" id="258" r:id="Rb77d03af03ed4e42"/>
    <p:sldId xmlns:r="http://schemas.openxmlformats.org/officeDocument/2006/relationships" id="259" r:id="Re8c8cc0ea4214ca3"/>
    <p:sldId xmlns:r="http://schemas.openxmlformats.org/officeDocument/2006/relationships" id="260" r:id="R8ae1170892e44ee2"/>
    <p:sldId xmlns:r="http://schemas.openxmlformats.org/officeDocument/2006/relationships" id="261" r:id="R13100d2cd87246ee"/>
    <p:sldId xmlns:r="http://schemas.openxmlformats.org/officeDocument/2006/relationships" id="262" r:id="R815ee8dae11e4a2e"/>
    <p:sldId xmlns:r="http://schemas.openxmlformats.org/officeDocument/2006/relationships" id="263" r:id="Ra1d21233f1704911"/>
    <p:sldId xmlns:r="http://schemas.openxmlformats.org/officeDocument/2006/relationships" id="264" r:id="R30da70015b8e4e0b"/>
    <p:sldId xmlns:r="http://schemas.openxmlformats.org/officeDocument/2006/relationships" id="265" r:id="R5ce2927d93d6439d"/>
    <p:sldId xmlns:r="http://schemas.openxmlformats.org/officeDocument/2006/relationships" id="266" r:id="R048322cd53b546cc"/>
    <p:sldId xmlns:r="http://schemas.openxmlformats.org/officeDocument/2006/relationships" id="267" r:id="R6baf0979fb3d4c73"/>
    <p:sldId xmlns:r="http://schemas.openxmlformats.org/officeDocument/2006/relationships" id="268" r:id="R8d83ffe9b1ce4888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05dea1b1f6c94d65" /><Relationship Type="http://schemas.openxmlformats.org/officeDocument/2006/relationships/viewProps" Target="/ppt/viewProps.xml" Id="R24847d0754464404" /><Relationship Type="http://schemas.openxmlformats.org/officeDocument/2006/relationships/slideMaster" Target="/ppt/slideMasters/slideMaster1.xml" Id="R8e5a956e7afe4146" /><Relationship Type="http://schemas.openxmlformats.org/officeDocument/2006/relationships/slide" Target="/ppt/slides/slide1.xml" Id="Rcd82ace4d8b34cde" /><Relationship Type="http://schemas.openxmlformats.org/officeDocument/2006/relationships/slide" Target="/ppt/slides/slide2.xml" Id="Rb14ba89245104c7c" /><Relationship Type="http://schemas.openxmlformats.org/officeDocument/2006/relationships/slide" Target="/ppt/slides/slide3.xml" Id="Rb77d03af03ed4e42" /><Relationship Type="http://schemas.openxmlformats.org/officeDocument/2006/relationships/slide" Target="/ppt/slides/slide4.xml" Id="Re8c8cc0ea4214ca3" /><Relationship Type="http://schemas.openxmlformats.org/officeDocument/2006/relationships/slide" Target="/ppt/slides/slide5.xml" Id="R8ae1170892e44ee2" /><Relationship Type="http://schemas.openxmlformats.org/officeDocument/2006/relationships/slide" Target="/ppt/slides/slide6.xml" Id="R13100d2cd87246ee" /><Relationship Type="http://schemas.openxmlformats.org/officeDocument/2006/relationships/slide" Target="/ppt/slides/slide7.xml" Id="R815ee8dae11e4a2e" /><Relationship Type="http://schemas.openxmlformats.org/officeDocument/2006/relationships/slide" Target="/ppt/slides/slide8.xml" Id="Ra1d21233f1704911" /><Relationship Type="http://schemas.openxmlformats.org/officeDocument/2006/relationships/slide" Target="/ppt/slides/slide9.xml" Id="R30da70015b8e4e0b" /><Relationship Type="http://schemas.openxmlformats.org/officeDocument/2006/relationships/slide" Target="/ppt/slides/slide10.xml" Id="R5ce2927d93d6439d" /><Relationship Type="http://schemas.openxmlformats.org/officeDocument/2006/relationships/slide" Target="/ppt/slides/slide11.xml" Id="R048322cd53b546cc" /><Relationship Type="http://schemas.openxmlformats.org/officeDocument/2006/relationships/slide" Target="/ppt/slides/slide12.xml" Id="R6baf0979fb3d4c73" /><Relationship Type="http://schemas.openxmlformats.org/officeDocument/2006/relationships/slide" Target="/ppt/slides/slide13.xml" Id="R8d83ffe9b1ce4888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e08e0a802774e81" /><Relationship Type="http://schemas.openxmlformats.org/officeDocument/2006/relationships/slideLayout" Target="/ppt/slideLayouts/slideLayout1.xml" Id="Re8a2115c5eb547f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2115c5eb547fd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ee76013434030" /><Relationship Type="http://schemas.openxmlformats.org/officeDocument/2006/relationships/image" Target="/ppt/media/image.jpg" Id="Rfb7491cd3ecd41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c5106b97845f5" /><Relationship Type="http://schemas.openxmlformats.org/officeDocument/2006/relationships/image" Target="/ppt/media/image2.jpg" Id="R26d72eee65914e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11e743314a58" /><Relationship Type="http://schemas.openxmlformats.org/officeDocument/2006/relationships/image" Target="/ppt/media/image3.jpg" Id="R4c1a2bcefefe43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0d6f2132243ee" /><Relationship Type="http://schemas.openxmlformats.org/officeDocument/2006/relationships/image" Target="/ppt/media/image4.jpg" Id="R55e1c4ca2a8f45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bba3965c64a4e" /><Relationship Type="http://schemas.openxmlformats.org/officeDocument/2006/relationships/image" Target="/ppt/media/image5.jpg" Id="R322b9ad1e6b846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6a3799434b43" /><Relationship Type="http://schemas.openxmlformats.org/officeDocument/2006/relationships/image" Target="/ppt/media/image6.jpg" Id="R0aa526c7786a45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c7f1de114dd0" /><Relationship Type="http://schemas.openxmlformats.org/officeDocument/2006/relationships/image" Target="/ppt/media/image7.jpg" Id="R319633685c2c48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d961c1713466d" /><Relationship Type="http://schemas.openxmlformats.org/officeDocument/2006/relationships/image" Target="/ppt/media/image8.jpg" Id="R7a7c53bfe0e445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77ffd8764458e" /><Relationship Type="http://schemas.openxmlformats.org/officeDocument/2006/relationships/image" Target="/ppt/media/image9.jpg" Id="Rf2b554c4e0c446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5e8e8c3eb43f3" /><Relationship Type="http://schemas.openxmlformats.org/officeDocument/2006/relationships/image" Target="/ppt/media/image10.jpg" Id="Re1623cc59b5a40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d3c1b5254f84" /><Relationship Type="http://schemas.openxmlformats.org/officeDocument/2006/relationships/image" Target="/ppt/media/image11.jpg" Id="Ra05fb4a069b44c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7582255234e6e" /><Relationship Type="http://schemas.openxmlformats.org/officeDocument/2006/relationships/image" Target="/ppt/media/image12.jpg" Id="Rc1967c2a46544a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73d141317485f" /><Relationship Type="http://schemas.openxmlformats.org/officeDocument/2006/relationships/image" Target="/ppt/media/image13.jpg" Id="R199449c8bd634c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862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779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Terraria</a:t>
            </a:r>
          </a:p>
        </p:txBody>
      </p:sp>
      <p:sp>
        <p:nvSpPr>
          <p:cNvPr id="96879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789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Terraria is a sandbox adventure game...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explore, build, and fight...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goal is to defeat bosses and progress through the game.</a:t>
            </a:r>
          </a:p>
        </p:txBody>
      </p:sp>
      <p:pic>
        <p:nvPicPr>
          <p:cNvPr id="432547" name="TopicImage"/>
          <p:cNvPicPr/>
          <p:nvPr/>
        </p:nvPicPr>
        <p:blipFill>
          <a:blip xmlns:r="http://schemas.openxmlformats.org/officeDocument/2006/relationships" xmlns:a="http://schemas.openxmlformats.org/drawingml/2006/main" r:embed="Rfb7491cd3ecd41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872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985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Starting Your Adventure</a:t>
            </a:r>
          </a:p>
        </p:txBody>
      </p:sp>
      <p:sp>
        <p:nvSpPr>
          <p:cNvPr id="57280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354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Create your character and choose a world...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Gather basic resources like wood and stone...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Build a shelter to survive the first night.</a:t>
            </a:r>
          </a:p>
        </p:txBody>
      </p:sp>
      <p:pic>
        <p:nvPicPr>
          <p:cNvPr id="162370" name="TopicImage"/>
          <p:cNvPicPr/>
          <p:nvPr/>
        </p:nvPicPr>
        <p:blipFill>
          <a:blip xmlns:r="http://schemas.openxmlformats.org/officeDocument/2006/relationships" xmlns:a="http://schemas.openxmlformats.org/drawingml/2006/main" r:embed="R26d72eee65914e7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28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045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Early Game Essentials</a:t>
            </a:r>
          </a:p>
        </p:txBody>
      </p:sp>
      <p:sp>
        <p:nvSpPr>
          <p:cNvPr id="4275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6751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Craft basic tools and weapons...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Explore caves for ores and treasures...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Set up a base with NPCs for trading.</a:t>
            </a:r>
          </a:p>
        </p:txBody>
      </p:sp>
      <p:pic>
        <p:nvPicPr>
          <p:cNvPr id="336421" name="TopicImage"/>
          <p:cNvPicPr/>
          <p:nvPr/>
        </p:nvPicPr>
        <p:blipFill>
          <a:blip xmlns:r="http://schemas.openxmlformats.org/officeDocument/2006/relationships" xmlns:a="http://schemas.openxmlformats.org/drawingml/2006/main" r:embed="R4c1a2bcefefe43f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542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871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Defeating the Eye of Cthulhu</a:t>
            </a:r>
          </a:p>
        </p:txBody>
      </p:sp>
      <p:sp>
        <p:nvSpPr>
          <p:cNvPr id="74769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113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Prepare by crafting better weapons and armor...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Summon the Eye at night using a Suspicious Looking Eye...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Focus on dodging its attacks while dealing damage.</a:t>
            </a:r>
          </a:p>
        </p:txBody>
      </p:sp>
      <p:pic>
        <p:nvPicPr>
          <p:cNvPr id="503774" name="TopicImage"/>
          <p:cNvPicPr/>
          <p:nvPr/>
        </p:nvPicPr>
        <p:blipFill>
          <a:blip xmlns:r="http://schemas.openxmlformats.org/officeDocument/2006/relationships" xmlns:a="http://schemas.openxmlformats.org/drawingml/2006/main" r:embed="R55e1c4ca2a8f45f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998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9282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Progressing to Hardmode</a:t>
            </a:r>
          </a:p>
        </p:txBody>
      </p:sp>
      <p:sp>
        <p:nvSpPr>
          <p:cNvPr id="27913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1383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Defeat the Wall of Flesh to enter Hardmode...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New enemies and biomes will appear...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Upgrade your gear using Hardmode ores.</a:t>
            </a:r>
          </a:p>
        </p:txBody>
      </p:sp>
      <p:pic>
        <p:nvPicPr>
          <p:cNvPr id="148756" name="TopicImage"/>
          <p:cNvPicPr/>
          <p:nvPr/>
        </p:nvPicPr>
        <p:blipFill>
          <a:blip xmlns:r="http://schemas.openxmlformats.org/officeDocument/2006/relationships" xmlns:a="http://schemas.openxmlformats.org/drawingml/2006/main" r:embed="R322b9ad1e6b8468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35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656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Defeating the Mechanical Bosses</a:t>
            </a:r>
          </a:p>
        </p:txBody>
      </p:sp>
      <p:sp>
        <p:nvSpPr>
          <p:cNvPr id="69229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3595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Summon and defeat the three Mechanical Bosses...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Focus on crafting stronger weapons and potions...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arena setups for easier fights.</a:t>
            </a:r>
          </a:p>
        </p:txBody>
      </p:sp>
      <p:pic>
        <p:nvPicPr>
          <p:cNvPr id="679421" name="TopicImage"/>
          <p:cNvPicPr/>
          <p:nvPr/>
        </p:nvPicPr>
        <p:blipFill>
          <a:blip xmlns:r="http://schemas.openxmlformats.org/officeDocument/2006/relationships" xmlns:a="http://schemas.openxmlformats.org/drawingml/2006/main" r:embed="R0aa526c7786a45e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13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614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Exploring the Underworld</a:t>
            </a:r>
          </a:p>
        </p:txBody>
      </p:sp>
      <p:sp>
        <p:nvSpPr>
          <p:cNvPr id="94452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724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Venture into the Underworld for Hellstone...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Craft powerful items and weapons...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Prepare for the final bosses.</a:t>
            </a:r>
          </a:p>
        </p:txBody>
      </p:sp>
      <p:pic>
        <p:nvPicPr>
          <p:cNvPr id="182743" name="TopicImage"/>
          <p:cNvPicPr/>
          <p:nvPr/>
        </p:nvPicPr>
        <p:blipFill>
          <a:blip xmlns:r="http://schemas.openxmlformats.org/officeDocument/2006/relationships" xmlns:a="http://schemas.openxmlformats.org/drawingml/2006/main" r:embed="R319633685c2c485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578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918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Plantera Fight</a:t>
            </a:r>
          </a:p>
        </p:txBody>
      </p:sp>
      <p:sp>
        <p:nvSpPr>
          <p:cNvPr id="78110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7977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Locate and defeat Plantera in the Jungle...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right gear and potions for the fight...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Plan your strategy to avoid its attacks.</a:t>
            </a:r>
          </a:p>
        </p:txBody>
      </p:sp>
      <p:pic>
        <p:nvPicPr>
          <p:cNvPr id="951335" name="TopicImage"/>
          <p:cNvPicPr/>
          <p:nvPr/>
        </p:nvPicPr>
        <p:blipFill>
          <a:blip xmlns:r="http://schemas.openxmlformats.org/officeDocument/2006/relationships" xmlns:a="http://schemas.openxmlformats.org/drawingml/2006/main" r:embed="R7a7c53bfe0e4457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90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6039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Golem and Cultists</a:t>
            </a:r>
          </a:p>
        </p:txBody>
      </p:sp>
      <p:sp>
        <p:nvSpPr>
          <p:cNvPr id="71942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518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Defeat the Golem in the Lihzahrd Temple...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Prepare for the Lunatic Cultist fight...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Collect powerful items from these bosses.</a:t>
            </a:r>
          </a:p>
        </p:txBody>
      </p:sp>
      <p:pic>
        <p:nvPicPr>
          <p:cNvPr id="371802" name="TopicImage"/>
          <p:cNvPicPr/>
          <p:nvPr/>
        </p:nvPicPr>
        <p:blipFill>
          <a:blip xmlns:r="http://schemas.openxmlformats.org/officeDocument/2006/relationships" xmlns:a="http://schemas.openxmlformats.org/drawingml/2006/main" r:embed="Rf2b554c4e0c4460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563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14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Moon Lord Encounter</a:t>
            </a:r>
          </a:p>
        </p:txBody>
      </p:sp>
      <p:sp>
        <p:nvSpPr>
          <p:cNvPr id="32722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263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Summon the Moon Lord after defeating the Cultists...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best gear and potions available...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Focus on dodging and attacking its eyes.</a:t>
            </a:r>
          </a:p>
        </p:txBody>
      </p:sp>
      <p:pic>
        <p:nvPicPr>
          <p:cNvPr id="768137" name="TopicImage"/>
          <p:cNvPicPr/>
          <p:nvPr/>
        </p:nvPicPr>
        <p:blipFill>
          <a:blip xmlns:r="http://schemas.openxmlformats.org/officeDocument/2006/relationships" xmlns:a="http://schemas.openxmlformats.org/drawingml/2006/main" r:embed="Re1623cc59b5a40b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92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059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Post-Moon Lord Content</a:t>
            </a:r>
          </a:p>
        </p:txBody>
      </p:sp>
      <p:sp>
        <p:nvSpPr>
          <p:cNvPr id="70625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191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Explore new biomes and defeat post-Moon Lord bosses...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Craft the best gear and items...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Enjoy the sandbox elements of the game.</a:t>
            </a:r>
          </a:p>
        </p:txBody>
      </p:sp>
      <p:pic>
        <p:nvPicPr>
          <p:cNvPr id="466818" name="TopicImage"/>
          <p:cNvPicPr/>
          <p:nvPr/>
        </p:nvPicPr>
        <p:blipFill>
          <a:blip xmlns:r="http://schemas.openxmlformats.org/officeDocument/2006/relationships" xmlns:a="http://schemas.openxmlformats.org/drawingml/2006/main" r:embed="Ra05fb4a069b44c6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59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0945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Tips and Tricks</a:t>
            </a:r>
          </a:p>
        </p:txBody>
      </p:sp>
      <p:sp>
        <p:nvSpPr>
          <p:cNvPr id="38079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6453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Always be prepared with potions and gear...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Explore and experiment with building...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Join multiplayer for a more fun experience.</a:t>
            </a:r>
          </a:p>
        </p:txBody>
      </p:sp>
      <p:pic>
        <p:nvPicPr>
          <p:cNvPr id="172710" name="TopicImage"/>
          <p:cNvPicPr/>
          <p:nvPr/>
        </p:nvPicPr>
        <p:blipFill>
          <a:blip xmlns:r="http://schemas.openxmlformats.org/officeDocument/2006/relationships" xmlns:a="http://schemas.openxmlformats.org/drawingml/2006/main" r:embed="Rc1967c2a46544ad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70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096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1480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5493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Beating Terraria is about exploration and creativity...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Enjoy the journey and the challenges...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Keep playing to discover new content and updates.</a:t>
            </a:r>
          </a:p>
        </p:txBody>
      </p:sp>
      <p:pic>
        <p:nvPicPr>
          <p:cNvPr id="608818" name="TopicImage"/>
          <p:cNvPicPr/>
          <p:nvPr/>
        </p:nvPicPr>
        <p:blipFill>
          <a:blip xmlns:r="http://schemas.openxmlformats.org/officeDocument/2006/relationships" xmlns:a="http://schemas.openxmlformats.org/drawingml/2006/main" r:embed="R199449c8bd634cd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