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16f285e779947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00f8ec195480f"/>
  </p:sldMasterIdLst>
  <p:sldIdLst>
    <p:sldId xmlns:r="http://schemas.openxmlformats.org/officeDocument/2006/relationships" id="256" r:id="R725957ce51174e1e"/>
    <p:sldId xmlns:r="http://schemas.openxmlformats.org/officeDocument/2006/relationships" id="257" r:id="R89365fd82f524d00"/>
    <p:sldId xmlns:r="http://schemas.openxmlformats.org/officeDocument/2006/relationships" id="258" r:id="R98e39bd6e5254a73"/>
    <p:sldId xmlns:r="http://schemas.openxmlformats.org/officeDocument/2006/relationships" id="259" r:id="R61c1534cfe6043d8"/>
    <p:sldId xmlns:r="http://schemas.openxmlformats.org/officeDocument/2006/relationships" id="260" r:id="R5acb3617e25148f3"/>
  </p:sldIdLst>
  <p:sldSz cx="9144000" cy="6858000" type="screen4x3"/>
  <p:notesSz cx="6858000" cy="9144000"/>
  <p:defaultTextStyle/>
</p:presentation>
</file>

<file path=ppt/presProps.xml><?xml version="1.0" encoding="utf-8"?>
<p:presentationPr xmlns:p="http://schemas.openxmlformats.org/presentationml/2006/main"/>
</file>

<file path=ppt/viewProps.xml><?xml version="1.0" encoding="utf-8"?>
<p:viewPr xmlns:p="http://schemas.openxmlformats.org/presentationml/2006/main"/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c5ce9f8cddfc4609" /><Relationship Type="http://schemas.openxmlformats.org/officeDocument/2006/relationships/viewProps" Target="/ppt/viewProps.xml" Id="Re109cbb334b84e08" /><Relationship Type="http://schemas.openxmlformats.org/officeDocument/2006/relationships/slideMaster" Target="/ppt/slideMasters/slideMaster1.xml" Id="R6e000f8ec195480f" /><Relationship Type="http://schemas.openxmlformats.org/officeDocument/2006/relationships/slide" Target="/ppt/slides/slide1.xml" Id="R725957ce51174e1e" /><Relationship Type="http://schemas.openxmlformats.org/officeDocument/2006/relationships/slide" Target="/ppt/slides/slide2.xml" Id="R89365fd82f524d00" /><Relationship Type="http://schemas.openxmlformats.org/officeDocument/2006/relationships/slide" Target="/ppt/slides/slide3.xml" Id="R98e39bd6e5254a73" /><Relationship Type="http://schemas.openxmlformats.org/officeDocument/2006/relationships/slide" Target="/ppt/slides/slide4.xml" Id="R61c1534cfe6043d8" /><Relationship Type="http://schemas.openxmlformats.org/officeDocument/2006/relationships/slide" Target="/ppt/slides/slide5.xml" Id="R5acb3617e25148f3" /></Relationships>
</file>

<file path=ppt/slideLayouts/slideLayout1.xml><?xml version="1.0" encoding="utf-8"?>
<p:sldLayout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cfa33c613c6b4ef3" /><Relationship Type="http://schemas.openxmlformats.org/officeDocument/2006/relationships/slideLayout" Target="/ppt/slideLayouts/slideLayout1.xml" Id="Rddb3b84a14d7400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b3b84a14d74000"/>
  </p:sldLayoutIdLst>
</p:sldMaster>
</file>

<file path=ppt/slideMasters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C1C1C"/>
      </a:dk2>
      <a:lt2>
        <a:srgbClr val="E0E0E0"/>
      </a:lt2>
      <a:accent1>
        <a:srgbClr val="1C1C1C"/>
      </a:accent1>
      <a:accent2>
        <a:srgbClr val="0078D7"/>
      </a:accent2>
      <a:accent3>
        <a:srgbClr val="FF0000"/>
      </a:accent3>
      <a:accent4>
        <a:srgbClr val="00FF00"/>
      </a:accent4>
      <a:accent5>
        <a:srgbClr val="0000FF"/>
      </a:accent5>
      <a:accent6>
        <a:srgbClr val="FFFF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accent1"/>
        </a:solidFill>
      </a:fillStyleLst>
      <a:lnStyleLst>
        <a:ln>
          <a:solidFill>
            <a:schemeClr val="accent1"/>
          </a:solidFill>
        </a:ln>
      </a:lnStyleLst>
      <a:effectStyleLst>
        <a:effectStyle>
          <a:effectLst/>
        </a:effectStyle>
      </a:effectStyleLst>
      <a:bgFillStyleLst>
        <a:solidFill>
          <a:schemeClr val="accent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b728be0646443b" /><Relationship Type="http://schemas.openxmlformats.org/officeDocument/2006/relationships/image" Target="/ppt/media/image.jpg" Id="Rc0786183b1df4a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82b3ef47841b3" /><Relationship Type="http://schemas.openxmlformats.org/officeDocument/2006/relationships/image" Target="/ppt/media/image2.jpg" Id="R94e9914dba9b45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c7602201c4ced" /><Relationship Type="http://schemas.openxmlformats.org/officeDocument/2006/relationships/image" Target="/ppt/media/image3.jpg" Id="R96e4e57987c6450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3ebeb2b43443a" /><Relationship Type="http://schemas.openxmlformats.org/officeDocument/2006/relationships/image" Target="/ppt/media/image4.jpg" Id="R58f316fb0c8e4b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1d9c239d1a4af9" /><Relationship Type="http://schemas.openxmlformats.org/officeDocument/2006/relationships/image" Target="/ppt/media/image5.jpg" Id="R6c99b90c87b0445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949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3277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Bloodbath</a:t>
            </a:r>
          </a:p>
        </p:txBody>
      </p:sp>
      <p:sp>
        <p:nvSpPr>
          <p:cNvPr id="58589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66816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Bloodbath is a popular user-created level in Geometry Dash.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is known for its extreme difficulty and intricate design.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level was created by the user 'Bloodlust' and has gained a significant following.</a:t>
            </a:r>
          </a:p>
        </p:txBody>
      </p:sp>
      <p:pic>
        <p:nvPicPr>
          <p:cNvPr id="560934" name="TopicImage"/>
          <p:cNvPicPr/>
          <p:nvPr/>
        </p:nvPicPr>
        <p:blipFill>
          <a:blip xmlns:r="http://schemas.openxmlformats.org/officeDocument/2006/relationships" xmlns:a="http://schemas.openxmlformats.org/drawingml/2006/main" r:embed="Rc0786183b1df4a7e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004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246590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Gameplay Mechanics</a:t>
            </a:r>
          </a:p>
        </p:txBody>
      </p:sp>
      <p:sp>
        <p:nvSpPr>
          <p:cNvPr id="3181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49469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must navigate through a series of challenging obstacles.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level features tight timing and precision jumps.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requires practice and skill to complete successfully.</a:t>
            </a:r>
          </a:p>
        </p:txBody>
      </p:sp>
      <p:pic>
        <p:nvPicPr>
          <p:cNvPr id="434264" name="TopicImage"/>
          <p:cNvPicPr/>
          <p:nvPr/>
        </p:nvPicPr>
        <p:blipFill>
          <a:blip xmlns:r="http://schemas.openxmlformats.org/officeDocument/2006/relationships" xmlns:a="http://schemas.openxmlformats.org/drawingml/2006/main" r:embed="R94e9914dba9b45b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05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4286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Design Elements</a:t>
            </a:r>
          </a:p>
        </p:txBody>
      </p:sp>
      <p:sp>
        <p:nvSpPr>
          <p:cNvPr id="34316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370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Bloodbath is praised for its visually stunning design.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level incorporates various themes and color schemes.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Each section of the level offers unique visual experiences.</a:t>
            </a:r>
          </a:p>
        </p:txBody>
      </p:sp>
      <p:pic>
        <p:nvPicPr>
          <p:cNvPr id="259785" name="TopicImage"/>
          <p:cNvPicPr/>
          <p:nvPr/>
        </p:nvPicPr>
        <p:blipFill>
          <a:blip xmlns:r="http://schemas.openxmlformats.org/officeDocument/2006/relationships" xmlns:a="http://schemas.openxmlformats.org/drawingml/2006/main" r:embed="R96e4e57987c64506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476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6281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Community Impact</a:t>
            </a:r>
          </a:p>
        </p:txBody>
      </p:sp>
      <p:sp>
        <p:nvSpPr>
          <p:cNvPr id="857127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1059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Bloodbath has inspired many players to create their own challenging levels.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has become a benchmark for difficulty in the Geometry Dash community.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Players often share their attempts and strategies online.</a:t>
            </a:r>
          </a:p>
        </p:txBody>
      </p:sp>
      <p:pic>
        <p:nvPicPr>
          <p:cNvPr id="236504" name="TopicImage"/>
          <p:cNvPicPr/>
          <p:nvPr/>
        </p:nvPicPr>
        <p:blipFill>
          <a:blip xmlns:r="http://schemas.openxmlformats.org/officeDocument/2006/relationships" xmlns:a="http://schemas.openxmlformats.org/drawingml/2006/main" r:embed="R58f316fb0c8e4bb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439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9799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99855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287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Completing Bloodbath is considered a significant achievement.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It showcases the creativity and skill within the Geometry Dash community.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Bloodbath remains a memorable experience for players.</a:t>
            </a:r>
          </a:p>
        </p:txBody>
      </p:sp>
      <p:pic>
        <p:nvPicPr>
          <p:cNvPr id="305253" name="TopicImage"/>
          <p:cNvPicPr/>
          <p:nvPr/>
        </p:nvPicPr>
        <p:blipFill>
          <a:blip xmlns:r="http://schemas.openxmlformats.org/officeDocument/2006/relationships" xmlns:a="http://schemas.openxmlformats.org/drawingml/2006/main" r:embed="R6c99b90c87b0445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