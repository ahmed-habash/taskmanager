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e19ed798b65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3a157cd05447d"/>
  </p:sldMasterIdLst>
  <p:sldIdLst>
    <p:sldId xmlns:r="http://schemas.openxmlformats.org/officeDocument/2006/relationships" id="256" r:id="R4fb7e5f7d54e40a7"/>
    <p:sldId xmlns:r="http://schemas.openxmlformats.org/officeDocument/2006/relationships" id="257" r:id="R73917e80c73c4c5e"/>
    <p:sldId xmlns:r="http://schemas.openxmlformats.org/officeDocument/2006/relationships" id="258" r:id="R07577c1027714fdb"/>
    <p:sldId xmlns:r="http://schemas.openxmlformats.org/officeDocument/2006/relationships" id="259" r:id="R15b0f8b7d0994dfb"/>
    <p:sldId xmlns:r="http://schemas.openxmlformats.org/officeDocument/2006/relationships" id="260" r:id="Rfacc34c4ba154a65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3a157cd05447d" /><Relationship Type="http://schemas.openxmlformats.org/officeDocument/2006/relationships/slide" Target="/ppt/slides/slide1.xml" Id="R4fb7e5f7d54e40a7" /><Relationship Type="http://schemas.openxmlformats.org/officeDocument/2006/relationships/slide" Target="/ppt/slides/slide2.xml" Id="R73917e80c73c4c5e" /><Relationship Type="http://schemas.openxmlformats.org/officeDocument/2006/relationships/slide" Target="/ppt/slides/slide3.xml" Id="R07577c1027714fdb" /><Relationship Type="http://schemas.openxmlformats.org/officeDocument/2006/relationships/slide" Target="/ppt/slides/slide4.xml" Id="R15b0f8b7d0994dfb" /><Relationship Type="http://schemas.openxmlformats.org/officeDocument/2006/relationships/slide" Target="/ppt/slides/slide5.xml" Id="Rfacc34c4ba154a65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13933e304226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90ccc72764ee8" /><Relationship Type="http://schemas.openxmlformats.org/officeDocument/2006/relationships/image" Target="/ppt/media/image.jpg" Id="Ra98093156d9d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000a5e940495a" /><Relationship Type="http://schemas.openxmlformats.org/officeDocument/2006/relationships/image" Target="/ppt/media/image2.jpg" Id="R29e02d252bc047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4133628c4081" /><Relationship Type="http://schemas.openxmlformats.org/officeDocument/2006/relationships/image" Target="/ppt/media/image3.jpg" Id="Rc3e5180f9940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12755f5f94b36" /><Relationship Type="http://schemas.openxmlformats.org/officeDocument/2006/relationships/image" Target="/ppt/media/image4.jpg" Id="R5676d8ceeb6244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538757af844fd" /><Relationship Type="http://schemas.openxmlformats.org/officeDocument/2006/relationships/image" Target="/ppt/media/image5.jpg" Id="Raee5515bea0a411c" /></Relationships>
</file>

<file path=ppt/slides/slide1.xml><?xml version="1.0" encoding="utf-8"?>
<p:sld xmlns:p="http://schemas.openxmlformats.org/presentationml/2006/main">
  <p:cSld>
    <p:spTree>
      <p:sp>
        <p:nvSpPr>
          <p:cNvPr id="3067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</p:spPr>
      </p:sp>
      <p:sp>
        <p:nvSpPr>
          <p:cNvPr id="73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Definition of an Essay</a:t>
            </a:r>
          </a:p>
        </p:txBody>
      </p:sp>
      <p:sp>
        <p:nvSpPr>
          <p:cNvPr id="9344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82b4"/>
          </a:solidFill>
        </p:spPr>
      </p:sp>
      <p:sp>
        <p:nvSpPr>
          <p:cNvPr id="381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An essay is a short piece of writing on a particular subject.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Essays are used to express ideas, arguments, and opinions.</a:t>
            </a:r>
          </a:p>
        </p:txBody>
      </p:sp>
      <p:pic>
        <p:nvPicPr>
          <p:cNvPr id="1398" name="TopicImage"/>
          <p:cNvPicPr/>
          <p:nvPr/>
        </p:nvPicPr>
        <p:blipFill>
          <a:blip xmlns:r="http://schemas.openxmlformats.org/officeDocument/2006/relationships" xmlns:a="http://schemas.openxmlformats.org/drawingml/2006/main" r:embed="Ra98093156d9d4e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81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</p:spPr>
      </p:sp>
      <p:sp>
        <p:nvSpPr>
          <p:cNvPr id="890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Essays</a:t>
            </a:r>
          </a:p>
        </p:txBody>
      </p:sp>
      <p:sp>
        <p:nvSpPr>
          <p:cNvPr id="483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82b4"/>
          </a:solidFill>
        </p:spPr>
      </p:sp>
      <p:sp>
        <p:nvSpPr>
          <p:cNvPr id="298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several types of essays, including narrative, descriptive, expository, and persuasive.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type serves a different purpose and audience.</a:t>
            </a:r>
          </a:p>
        </p:txBody>
      </p:sp>
      <p:pic>
        <p:nvPicPr>
          <p:cNvPr id="46043" name="TopicImage"/>
          <p:cNvPicPr/>
          <p:nvPr/>
        </p:nvPicPr>
        <p:blipFill>
          <a:blip xmlns:r="http://schemas.openxmlformats.org/officeDocument/2006/relationships" xmlns:a="http://schemas.openxmlformats.org/drawingml/2006/main" r:embed="R29e02d252bc047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1415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</p:spPr>
      </p:sp>
      <p:sp>
        <p:nvSpPr>
          <p:cNvPr id="882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Structure of an Essay</a:t>
            </a:r>
          </a:p>
        </p:txBody>
      </p:sp>
      <p:sp>
        <p:nvSpPr>
          <p:cNvPr id="2241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82b4"/>
          </a:solidFill>
        </p:spPr>
      </p:sp>
      <p:sp>
        <p:nvSpPr>
          <p:cNvPr id="322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typical essay consists of an introduction, body paragraphs, and a conclusion.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introduction presents the main idea, while the body elaborates on it, and the conclusion summarizes the key points.</a:t>
            </a:r>
          </a:p>
        </p:txBody>
      </p:sp>
      <p:pic>
        <p:nvPicPr>
          <p:cNvPr id="95044" name="TopicImage"/>
          <p:cNvPicPr/>
          <p:nvPr/>
        </p:nvPicPr>
        <p:blipFill>
          <a:blip xmlns:r="http://schemas.openxmlformats.org/officeDocument/2006/relationships" xmlns:a="http://schemas.openxmlformats.org/drawingml/2006/main" r:embed="Rc3e5180f994047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3614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</p:spPr>
      </p:sp>
      <p:sp>
        <p:nvSpPr>
          <p:cNvPr id="866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Importance of Essays</a:t>
            </a:r>
          </a:p>
        </p:txBody>
      </p:sp>
      <p:sp>
        <p:nvSpPr>
          <p:cNvPr id="7788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82b4"/>
          </a:solidFill>
        </p:spPr>
      </p:sp>
      <p:sp>
        <p:nvSpPr>
          <p:cNvPr id="8020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Essays are crucial in education as they help develop critical thinking and writing skills.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also serve as a means of communication and expression.</a:t>
            </a:r>
          </a:p>
        </p:txBody>
      </p:sp>
      <p:pic>
        <p:nvPicPr>
          <p:cNvPr id="84897" name="TopicImage"/>
          <p:cNvPicPr/>
          <p:nvPr/>
        </p:nvPicPr>
        <p:blipFill>
          <a:blip xmlns:r="http://schemas.openxmlformats.org/officeDocument/2006/relationships" xmlns:a="http://schemas.openxmlformats.org/drawingml/2006/main" r:embed="R5676d8ceeb6244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2838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</p:spPr>
      </p:sp>
      <p:sp>
        <p:nvSpPr>
          <p:cNvPr id="6645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Tips for Writing an Essay</a:t>
            </a:r>
          </a:p>
        </p:txBody>
      </p:sp>
      <p:sp>
        <p:nvSpPr>
          <p:cNvPr id="5140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82b4"/>
          </a:solidFill>
        </p:spPr>
      </p:sp>
      <p:sp>
        <p:nvSpPr>
          <p:cNvPr id="626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Start with a clear thesis statement to guide your writing.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Organize your thoughts logically and use transitions for flow.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Revise and proofread to ensure clarity and correctness.</a:t>
            </a:r>
          </a:p>
        </p:txBody>
      </p:sp>
      <p:pic>
        <p:nvPicPr>
          <p:cNvPr id="62667" name="TopicImage"/>
          <p:cNvPicPr/>
          <p:nvPr/>
        </p:nvPicPr>
        <p:blipFill>
          <a:blip xmlns:r="http://schemas.openxmlformats.org/officeDocument/2006/relationships" xmlns:a="http://schemas.openxmlformats.org/drawingml/2006/main" r:embed="Raee5515bea0a41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