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2f8e9a9308a4415" />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201c262b977a49b1"/>
    <p:sldId xmlns:r="http://schemas.openxmlformats.org/officeDocument/2006/relationships" id="257" r:id="R390938d047224574"/>
    <p:sldId xmlns:r="http://schemas.openxmlformats.org/officeDocument/2006/relationships" id="258" r:id="R5ae70aeed4954f48"/>
    <p:sldId xmlns:r="http://schemas.openxmlformats.org/officeDocument/2006/relationships" id="259" r:id="Rddc190724f384200"/>
    <p:sldId xmlns:r="http://schemas.openxmlformats.org/officeDocument/2006/relationships" id="260" r:id="Rb025039b9c264de6"/>
  </p:sldId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201c262b977a49b1" /><Relationship Type="http://schemas.openxmlformats.org/officeDocument/2006/relationships/slide" Target="/ppt/slides/slide2.xml" Id="R390938d047224574" /><Relationship Type="http://schemas.openxmlformats.org/officeDocument/2006/relationships/slide" Target="/ppt/slides/slide3.xml" Id="R5ae70aeed4954f48" /><Relationship Type="http://schemas.openxmlformats.org/officeDocument/2006/relationships/slide" Target="/ppt/slides/slide4.xml" Id="Rddc190724f384200" /><Relationship Type="http://schemas.openxmlformats.org/officeDocument/2006/relationships/slide" Target="/ppt/slides/slide5.xml" Id="Rb025039b9c264de6" /></Relationships>
</file>

<file path=ppt/slides/slide1.xml><?xml version="1.0" encoding="utf-8"?>
<p:sld xmlns:p="http://schemas.openxmlformats.org/presentationml/2006/main">
  <p:cSld>
    <p:spTree>
      <p:sp>
        <p:nvSpPr>
          <p:cNvPr id="5931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5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/>
              <a:t>Slide 1: Introduction to Space Exploration</a:t>
            </a:r>
          </a:p>
        </p:txBody>
      </p:sp>
      <p:sp>
        <p:nvSpPr>
          <p:cNvPr id="678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2000000"/>
            <a:ext cx="8000000" cy="40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/>
              <a:t>- Definition and importance of space exploration.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sp>
        <p:nvSpPr>
          <p:cNvPr id="2217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5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/>
              <a:t>Slide 2: History of Space Exploration</a:t>
            </a:r>
          </a:p>
        </p:txBody>
      </p:sp>
      <p:sp>
        <p:nvSpPr>
          <p:cNvPr id="5059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2000000"/>
            <a:ext cx="8000000" cy="40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/>
              <a:t>- Key milestones: Sputnik, Apollo missions, Mars rovers.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sp>
        <p:nvSpPr>
          <p:cNvPr id="9787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5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/>
              <a:t>Slide 3: Current Missions</a:t>
            </a:r>
          </a:p>
        </p:txBody>
      </p:sp>
      <p:sp>
        <p:nvSpPr>
          <p:cNvPr id="5171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2000000"/>
            <a:ext cx="8000000" cy="40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/>
              <a:t>- Overview of current space missions (e.g., Mars Perseverance, Artemis).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spTree>
      <p:sp>
        <p:nvSpPr>
          <p:cNvPr id="2393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5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/>
              <a:t>Slide 4: Future of Space Exploration</a:t>
            </a:r>
          </a:p>
        </p:txBody>
      </p:sp>
      <p:sp>
        <p:nvSpPr>
          <p:cNvPr id="7660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2000000"/>
            <a:ext cx="8000000" cy="40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/>
              <a:t>- Upcoming missions and technologies (e.g., SpaceX, Moon bases).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spTree>
      <p:sp>
        <p:nvSpPr>
          <p:cNvPr id="616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5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/>
              <a:t>Slide 5: Conclusion</a:t>
            </a:r>
          </a:p>
        </p:txBody>
      </p:sp>
      <p:sp>
        <p:nvSpPr>
          <p:cNvPr id="9757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2000000"/>
            <a:ext cx="8000000" cy="40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/>
              <a:t>- The significance of space exploration for humanity's future.</a:t>
            </a:r>
          </a:p>
        </p:txBody>
      </p:sp>
    </p:spTree>
  </p:cSld>
</p:sld>
</file>