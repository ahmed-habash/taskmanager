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518de9757504bc6" /></Relationships>
</file>

<file path=ppt/presentation.xml><?xml version="1.0" encoding="utf-8"?>
<p:presentation xmlns:p="http://schemas.openxmlformats.org/presentationml/2006/main">
  <p:sldIdLst>
    <p:sldId xmlns:r="http://schemas.openxmlformats.org/officeDocument/2006/relationships" id="256" r:id="R7830bbce56914140"/>
    <p:sldId xmlns:r="http://schemas.openxmlformats.org/officeDocument/2006/relationships" id="257" r:id="R9e85a63a8abd4078"/>
    <p:sldId xmlns:r="http://schemas.openxmlformats.org/officeDocument/2006/relationships" id="258" r:id="R24461f7a4e6b43c2"/>
    <p:sldId xmlns:r="http://schemas.openxmlformats.org/officeDocument/2006/relationships" id="259" r:id="R690f7823df464ce9"/>
    <p:sldId xmlns:r="http://schemas.openxmlformats.org/officeDocument/2006/relationships" id="260" r:id="R12c9c53dfc1a4ccf"/>
    <p:sldId xmlns:r="http://schemas.openxmlformats.org/officeDocument/2006/relationships" id="261" r:id="Rb60dc9ad866448d5"/>
    <p:sldId xmlns:r="http://schemas.openxmlformats.org/officeDocument/2006/relationships" id="262" r:id="R5ea0b317c8b74a7c"/>
    <p:sldId xmlns:r="http://schemas.openxmlformats.org/officeDocument/2006/relationships" id="263" r:id="R706505d69ccd4715"/>
    <p:sldId xmlns:r="http://schemas.openxmlformats.org/officeDocument/2006/relationships" id="264" r:id="R2e12eab25dc54954"/>
    <p:sldId xmlns:r="http://schemas.openxmlformats.org/officeDocument/2006/relationships" id="265" r:id="R36935290838e414d"/>
  </p:sldIdLst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/ppt/slides/slide1.xml" Id="R7830bbce56914140" /><Relationship Type="http://schemas.openxmlformats.org/officeDocument/2006/relationships/slide" Target="/ppt/slides/slide2.xml" Id="R9e85a63a8abd4078" /><Relationship Type="http://schemas.openxmlformats.org/officeDocument/2006/relationships/slide" Target="/ppt/slides/slide3.xml" Id="R24461f7a4e6b43c2" /><Relationship Type="http://schemas.openxmlformats.org/officeDocument/2006/relationships/slide" Target="/ppt/slides/slide4.xml" Id="R690f7823df464ce9" /><Relationship Type="http://schemas.openxmlformats.org/officeDocument/2006/relationships/slide" Target="/ppt/slides/slide5.xml" Id="R12c9c53dfc1a4ccf" /><Relationship Type="http://schemas.openxmlformats.org/officeDocument/2006/relationships/slide" Target="/ppt/slides/slide6.xml" Id="Rb60dc9ad866448d5" /><Relationship Type="http://schemas.openxmlformats.org/officeDocument/2006/relationships/slide" Target="/ppt/slides/slide7.xml" Id="R5ea0b317c8b74a7c" /><Relationship Type="http://schemas.openxmlformats.org/officeDocument/2006/relationships/slide" Target="/ppt/slides/slide8.xml" Id="R706505d69ccd4715" /><Relationship Type="http://schemas.openxmlformats.org/officeDocument/2006/relationships/slide" Target="/ppt/slides/slide9.xml" Id="R2e12eab25dc54954" /><Relationship Type="http://schemas.openxmlformats.org/officeDocument/2006/relationships/slide" Target="/ppt/slides/slide10.xml" Id="R36935290838e414d" /></Relationships>
</file>

<file path=ppt/slides/slide1.xml><?xml version="1.0" encoding="utf-8"?>
<p:sld xmlns:p="http://schemas.openxmlformats.org/presentationml/2006/main">
  <p:cSld>
    <p:spTree>
      <p:sp>
        <p:nvSpPr>
          <p:cNvPr id="79078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253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Introduction to Mobile Phones</a:t>
            </a:r>
          </a:p>
        </p:txBody>
      </p:sp>
      <p:sp>
        <p:nvSpPr>
          <p:cNvPr id="6784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48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Mobile phones are handheld devices that allow communication over a distance using radio waves.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first mobile phone call was made in 1973 by Martin Cooper.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Mobile phones have evolved from simple communication devices to smartphones with advanced features.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They are now essential tools for personal and professional communication.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global mobile phone market continues to grow, with billions of users worldwide.</a:t>
            </a:r>
          </a:p>
        </p:txBody>
      </p:sp>
      <p:sp>
        <p:nvSpPr>
          <p:cNvPr id="77553" name="Image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2700">
            <a:solidFill>
              <a:srgbClr val="66666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8888"/>
                </a:solidFill>
              </a:rPr>
              <a:t>[Visual/Image]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spTree>
      <p:sp>
        <p:nvSpPr>
          <p:cNvPr id="1311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015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History of Mobile Phones</a:t>
            </a:r>
          </a:p>
        </p:txBody>
      </p:sp>
      <p:sp>
        <p:nvSpPr>
          <p:cNvPr id="31169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83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first commercially available mobile phone was the Motorola DynaTAC 8000X, released in 1983.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In the 1990s, mobile phones became smaller and more affordable, leading to widespread adoption.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introduction of GSM technology in the 1990s improved call quality and network coverage.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first smartphone, IBM's Simon Personal Communicator, was released in 1994.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launch of the iPhone in 2007 revolutionized the mobile phone industry.</a:t>
            </a:r>
          </a:p>
        </p:txBody>
      </p:sp>
      <p:sp>
        <p:nvSpPr>
          <p:cNvPr id="89541" name="Image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2700">
            <a:solidFill>
              <a:srgbClr val="66666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8888"/>
                </a:solidFill>
              </a:rPr>
              <a:t>[Visual/Image]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spTree>
      <p:sp>
        <p:nvSpPr>
          <p:cNvPr id="10230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464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Types of Mobile Phones</a:t>
            </a:r>
          </a:p>
        </p:txBody>
      </p:sp>
      <p:sp>
        <p:nvSpPr>
          <p:cNvPr id="9294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951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Feature phones: Basic phones with limited functionality, primarily for calls and texts.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Smartphones: Advanced phones with internet access, apps, and multimedia capabilities.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Rugged phones: Designed for durability in harsh environments, often used in industrial settings.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Foldable phones: Innovative designs that allow screens to fold, providing larger displays in compact forms.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Gaming phones: Optimized for mobile gaming with enhanced graphics and performance.</a:t>
            </a:r>
          </a:p>
        </p:txBody>
      </p:sp>
      <p:sp>
        <p:nvSpPr>
          <p:cNvPr id="10772" name="Image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2700">
            <a:solidFill>
              <a:srgbClr val="66666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8888"/>
                </a:solidFill>
              </a:rPr>
              <a:t>[Visual/Image]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spTree>
      <p:sp>
        <p:nvSpPr>
          <p:cNvPr id="49436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596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Key Features of Smartphones</a:t>
            </a:r>
          </a:p>
        </p:txBody>
      </p:sp>
      <p:sp>
        <p:nvSpPr>
          <p:cNvPr id="2985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198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Touchscreen displays: Most smartphones use capacitive touchscreens for easy navigation.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Operating systems: Common OS include Android, iOS, and HarmonyOS.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Cameras: Modern smartphones come with high-resolution cameras for photography and videography.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Connectivity: Support for Wi-Fi, Bluetooth, and cellular networks for internet access.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App ecosystems: Access to millions of applications for various functionalities.</a:t>
            </a:r>
          </a:p>
        </p:txBody>
      </p:sp>
      <p:sp>
        <p:nvSpPr>
          <p:cNvPr id="40006" name="Image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2700">
            <a:solidFill>
              <a:srgbClr val="66666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8888"/>
                </a:solidFill>
              </a:rPr>
              <a:t>[Visual/Image]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spTree>
      <p:sp>
        <p:nvSpPr>
          <p:cNvPr id="8481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4956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Impact of Mobile Phones on Society</a:t>
            </a:r>
          </a:p>
        </p:txBody>
      </p:sp>
      <p:sp>
        <p:nvSpPr>
          <p:cNvPr id="47834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17986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Enhanced communication: Mobile phones have made it easier to stay connected with others.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Access to information: Smartphones provide instant access to news, social media, and educational resources.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Economic growth: The mobile industry contributes significantly to global economies and job creation.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Social changes: Mobile phones have changed how people interact and form relationships.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Health concerns: Overuse of mobile phones can lead to issues like eye strain and reduced physical activity.</a:t>
            </a:r>
          </a:p>
        </p:txBody>
      </p:sp>
      <p:sp>
        <p:nvSpPr>
          <p:cNvPr id="33287" name="Image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2700">
            <a:solidFill>
              <a:srgbClr val="66666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8888"/>
                </a:solidFill>
              </a:rPr>
              <a:t>[Visual/Image]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spTree>
      <p:sp>
        <p:nvSpPr>
          <p:cNvPr id="875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8658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Mobile Phone Brands</a:t>
            </a:r>
          </a:p>
        </p:txBody>
      </p:sp>
      <p:sp>
        <p:nvSpPr>
          <p:cNvPr id="91273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7147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Apple: Known for its iPhone line, focusing on premium devices and user experience.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Samsung: Offers a wide range of smartphones, including the Galaxy series, known for innovation.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Huawei: A major player in the global market, especially in Asia, known for high-quality cameras.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Xiaomi: Gained popularity for offering feature-rich phones at competitive prices.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Google: Known for its Pixel phones, emphasizing camera quality and software integration.</a:t>
            </a:r>
          </a:p>
        </p:txBody>
      </p:sp>
      <p:sp>
        <p:nvSpPr>
          <p:cNvPr id="69674" name="Image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2700">
            <a:solidFill>
              <a:srgbClr val="66666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8888"/>
                </a:solidFill>
              </a:rPr>
              <a:t>[Visual/Image]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spTree>
      <p:sp>
        <p:nvSpPr>
          <p:cNvPr id="10961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79253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Future Trends in Mobile Phones</a:t>
            </a:r>
          </a:p>
        </p:txBody>
      </p:sp>
      <p:sp>
        <p:nvSpPr>
          <p:cNvPr id="952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5818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- 5G technology: Promises faster internet speeds and improved connectivity.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Foldable and rollable screens: Expected to become more mainstream in the coming years.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AI integration: Enhanced features like voice assistants and personalized experiences.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Sustainable materials: Increasing focus on eco-friendly materials and recycling initiatives.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Augmented reality (AR): More applications utilizing AR for gaming and practical uses.</a:t>
            </a:r>
          </a:p>
        </p:txBody>
      </p:sp>
      <p:sp>
        <p:nvSpPr>
          <p:cNvPr id="37225" name="Image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2700">
            <a:solidFill>
              <a:srgbClr val="66666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8888"/>
                </a:solidFill>
              </a:rPr>
              <a:t>[Visual/Image]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spTree>
      <p:sp>
        <p:nvSpPr>
          <p:cNvPr id="26517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16432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Mobile Phone Security</a:t>
            </a:r>
          </a:p>
        </p:txBody>
      </p:sp>
      <p:sp>
        <p:nvSpPr>
          <p:cNvPr id="51991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3578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Importance of security: Protecting personal information from cyber threats is crucial.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Common threats: Malware, phishing attacks, and data breaches.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Security measures: Use of strong passwords, biometric authentication, and regular updates.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Privacy concerns: Issues related to data collection and user consent.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Future of security: Biometric advancements and AI-driven security solutions.</a:t>
            </a:r>
          </a:p>
        </p:txBody>
      </p:sp>
      <p:sp>
        <p:nvSpPr>
          <p:cNvPr id="79655" name="Image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2700">
            <a:solidFill>
              <a:srgbClr val="66666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8888"/>
                </a:solidFill>
              </a:rPr>
              <a:t>[Visual/Image]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spTree>
      <p:sp>
        <p:nvSpPr>
          <p:cNvPr id="15064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8375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Mobile Phones and Education</a:t>
            </a:r>
          </a:p>
        </p:txBody>
      </p:sp>
      <p:sp>
        <p:nvSpPr>
          <p:cNvPr id="44846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7129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E-learning: Mobile phones facilitate online learning and access to educational resources.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Communication: Students can easily communicate with teachers and peers.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Educational apps: Numerous apps available for learning languages, math, science, and more.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Challenges: Digital divide and distractions from social media and games.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Future potential: Increased integration of mobile technology in educational settings.</a:t>
            </a:r>
          </a:p>
        </p:txBody>
      </p:sp>
      <p:sp>
        <p:nvSpPr>
          <p:cNvPr id="14489" name="Image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2700">
            <a:solidFill>
              <a:srgbClr val="66666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8888"/>
                </a:solidFill>
              </a:rPr>
              <a:t>[Visual/Image]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spTree>
      <p:sp>
        <p:nvSpPr>
          <p:cNvPr id="55512" name="Background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</p:spPr>
      </p:sp>
      <p:sp>
        <p:nvSpPr>
          <p:cNvPr id="90871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300000"/>
            <a:ext cx="8000000" cy="1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400" b="1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7668" name="Rect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200000"/>
            <a:ext cx="3000000" cy="5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8D7"/>
          </a:solidFill>
        </p:spPr>
      </p:sp>
      <p:sp>
        <p:nvSpPr>
          <p:cNvPr id="95924" name="TextBox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00" y="1500000"/>
            <a:ext cx="5500000" cy="5000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Mobile phones have transformed communication, access to information, and daily life.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The industry continues to evolve with new technologies and innovations.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Understanding the impact and future of mobile phones is essential for users and businesses alike.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As technology advances, mobile phones will likely play an even more significant role in society.</a:t>
            </a:r>
          </a:p>
          <a:p xmlns:a="http://schemas.openxmlformats.org/drawingml/2006/main">
            <a:r>
              <a:rPr lang="en-US" sz="2000" b="0">
                <a:solidFill>
                  <a:srgbClr val="E0E0E0"/>
                </a:solidFill>
              </a:rPr>
              <a:t>- Staying informed about trends and security is crucial for responsible usage.</a:t>
            </a:r>
          </a:p>
        </p:txBody>
      </p:sp>
      <p:sp>
        <p:nvSpPr>
          <p:cNvPr id="89948" name="ImagePlaceholder"/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000" y="1500000"/>
            <a:ext cx="2500000" cy="25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3333"/>
          </a:solidFill>
          <a:ln xmlns:a="http://schemas.openxmlformats.org/drawingml/2006/main" w="12700">
            <a:solidFill>
              <a:srgbClr val="666666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/>
            <a:r>
              <a:rPr lang="en-US" sz="1400">
                <a:solidFill>
                  <a:srgbClr val="888888"/>
                </a:solidFill>
              </a:rPr>
              <a:t>[Visual/Image]</a:t>
            </a:r>
          </a:p>
        </p:txBody>
      </p:sp>
    </p:spTree>
  </p:cSld>
</p:sld>
</file>