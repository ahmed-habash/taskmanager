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b8b2238f4c2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4b9f159d474ec9"/>
  </p:sldMasterIdLst>
  <p:sldIdLst>
    <p:sldId xmlns:r="http://schemas.openxmlformats.org/officeDocument/2006/relationships" id="256" r:id="Rbfdc46fb32974f11"/>
    <p:sldId xmlns:r="http://schemas.openxmlformats.org/officeDocument/2006/relationships" id="257" r:id="R6fddfbc6bca14268"/>
    <p:sldId xmlns:r="http://schemas.openxmlformats.org/officeDocument/2006/relationships" id="258" r:id="R4be0c33145f74924"/>
    <p:sldId xmlns:r="http://schemas.openxmlformats.org/officeDocument/2006/relationships" id="259" r:id="Rb9e0e62076f646a3"/>
    <p:sldId xmlns:r="http://schemas.openxmlformats.org/officeDocument/2006/relationships" id="260" r:id="R1f4c50f0548f4149"/>
    <p:sldId xmlns:r="http://schemas.openxmlformats.org/officeDocument/2006/relationships" id="261" r:id="R20bcfde4410e48bb"/>
    <p:sldId xmlns:r="http://schemas.openxmlformats.org/officeDocument/2006/relationships" id="262" r:id="R75b6dad391c44564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2770e9a6826e4880" /><Relationship Type="http://schemas.openxmlformats.org/officeDocument/2006/relationships/viewProps" Target="/ppt/viewProps.xml" Id="R7dd8c02ff7d94fcb" /><Relationship Type="http://schemas.openxmlformats.org/officeDocument/2006/relationships/slideMaster" Target="/ppt/slideMasters/slideMaster1.xml" Id="R034b9f159d474ec9" /><Relationship Type="http://schemas.openxmlformats.org/officeDocument/2006/relationships/slide" Target="/ppt/slides/slide1.xml" Id="Rbfdc46fb32974f11" /><Relationship Type="http://schemas.openxmlformats.org/officeDocument/2006/relationships/slide" Target="/ppt/slides/slide2.xml" Id="R6fddfbc6bca14268" /><Relationship Type="http://schemas.openxmlformats.org/officeDocument/2006/relationships/slide" Target="/ppt/slides/slide3.xml" Id="R4be0c33145f74924" /><Relationship Type="http://schemas.openxmlformats.org/officeDocument/2006/relationships/slide" Target="/ppt/slides/slide4.xml" Id="Rb9e0e62076f646a3" /><Relationship Type="http://schemas.openxmlformats.org/officeDocument/2006/relationships/slide" Target="/ppt/slides/slide5.xml" Id="R1f4c50f0548f4149" /><Relationship Type="http://schemas.openxmlformats.org/officeDocument/2006/relationships/slide" Target="/ppt/slides/slide6.xml" Id="R20bcfde4410e48bb" /><Relationship Type="http://schemas.openxmlformats.org/officeDocument/2006/relationships/slide" Target="/ppt/slides/slide7.xml" Id="R75b6dad391c44564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2dabf3a86504fe5" /><Relationship Type="http://schemas.openxmlformats.org/officeDocument/2006/relationships/slideLayout" Target="/ppt/slideLayouts/slideLayout1.xml" Id="R403dde22372941f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3dde22372941f9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90e87fcbc4ebe" /><Relationship Type="http://schemas.openxmlformats.org/officeDocument/2006/relationships/image" Target="/ppt/media/image.jpg" Id="R6afec230af274a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9f03d0f764161" /><Relationship Type="http://schemas.openxmlformats.org/officeDocument/2006/relationships/image" Target="/ppt/media/image2.jpg" Id="Ra70d511092e8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70b55c6a54dcc" /><Relationship Type="http://schemas.openxmlformats.org/officeDocument/2006/relationships/image" Target="/ppt/media/image3.jpg" Id="R0d9c2c93ea1c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ad431ff7647c3" /><Relationship Type="http://schemas.openxmlformats.org/officeDocument/2006/relationships/image" Target="/ppt/media/image4.jpg" Id="R92110454549e4f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d476de79b4142" /><Relationship Type="http://schemas.openxmlformats.org/officeDocument/2006/relationships/image" Target="/ppt/media/image5.jpg" Id="R0b5ebac39a6441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6d62fe80476d" /><Relationship Type="http://schemas.openxmlformats.org/officeDocument/2006/relationships/image" Target="/ppt/media/image6.jpg" Id="Rad851ab798fb4d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094648af24346" /><Relationship Type="http://schemas.openxmlformats.org/officeDocument/2006/relationships/image" Target="/ppt/media/image7.jpg" Id="R4c02f5a7d69547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85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034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25227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5441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Eye of Cthulhu is one of the first bosses in Terraria.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its mechanics is crucial for a successful fight.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covers equipment, arena style, and attack dodging strategies.</a:t>
            </a:r>
          </a:p>
        </p:txBody>
      </p:sp>
      <p:pic>
        <p:nvPicPr>
          <p:cNvPr id="454960" name="TopicImage"/>
          <p:cNvPicPr/>
          <p:nvPr/>
        </p:nvPicPr>
        <p:blipFill>
          <a:blip xmlns:r="http://schemas.openxmlformats.org/officeDocument/2006/relationships" xmlns:a="http://schemas.openxmlformats.org/drawingml/2006/main" r:embed="R6afec230af274a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383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198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Recommended Equipment</a:t>
            </a:r>
          </a:p>
        </p:txBody>
      </p:sp>
      <p:sp>
        <p:nvSpPr>
          <p:cNvPr id="78517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9272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a full set of Silver Armor for balanced defense and offense.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Equip a strong weapon like the Starfury or the Night's Edge.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Stock up on healing potions and buff potions like Ironskin and Swiftness.</a:t>
            </a:r>
          </a:p>
        </p:txBody>
      </p:sp>
      <p:pic>
        <p:nvPicPr>
          <p:cNvPr id="995703" name="TopicImage"/>
          <p:cNvPicPr/>
          <p:nvPr/>
        </p:nvPicPr>
        <p:blipFill>
          <a:blip xmlns:r="http://schemas.openxmlformats.org/officeDocument/2006/relationships" xmlns:a="http://schemas.openxmlformats.org/drawingml/2006/main" r:embed="Ra70d511092e8467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964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1631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Arena Setup</a:t>
            </a:r>
          </a:p>
        </p:txBody>
      </p:sp>
      <p:sp>
        <p:nvSpPr>
          <p:cNvPr id="81843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356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Build an arena using wooden platforms to allow for easy movement.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Place campfires and heart lanterns for health regeneration.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Ensure the arena is wide enough to dodge attacks but not too large to lose track of the boss.</a:t>
            </a:r>
          </a:p>
        </p:txBody>
      </p:sp>
      <p:pic>
        <p:nvPicPr>
          <p:cNvPr id="728814" name="TopicImage"/>
          <p:cNvPicPr/>
          <p:nvPr/>
        </p:nvPicPr>
        <p:blipFill>
          <a:blip xmlns:r="http://schemas.openxmlformats.org/officeDocument/2006/relationships" xmlns:a="http://schemas.openxmlformats.org/drawingml/2006/main" r:embed="R0d9c2c93ea1c4c1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75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890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Understanding Attacks</a:t>
            </a:r>
          </a:p>
        </p:txBody>
      </p:sp>
      <p:sp>
        <p:nvSpPr>
          <p:cNvPr id="99582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086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Eye of Cthulhu has two phases: the first is more straightforward, while the second is aggressive.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will charge at the player and shoot projectiles that can deal significant damage.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Learn the attack patterns to anticipate movements.</a:t>
            </a:r>
          </a:p>
        </p:txBody>
      </p:sp>
      <p:pic>
        <p:nvPicPr>
          <p:cNvPr id="11592" name="TopicImage"/>
          <p:cNvPicPr/>
          <p:nvPr/>
        </p:nvPicPr>
        <p:blipFill>
          <a:blip xmlns:r="http://schemas.openxmlformats.org/officeDocument/2006/relationships" xmlns:a="http://schemas.openxmlformats.org/drawingml/2006/main" r:embed="R92110454549e4f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13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0550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Dodging Strategies</a:t>
            </a:r>
          </a:p>
        </p:txBody>
      </p:sp>
      <p:sp>
        <p:nvSpPr>
          <p:cNvPr id="67444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9501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Always keep moving to avoid projectiles and the charge attack.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Jump over the Eye when it charges to avoid damage.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platforms to your advantage, jumping to avoid ground attacks.</a:t>
            </a:r>
          </a:p>
        </p:txBody>
      </p:sp>
      <p:pic>
        <p:nvPicPr>
          <p:cNvPr id="616010" name="TopicImage"/>
          <p:cNvPicPr/>
          <p:nvPr/>
        </p:nvPicPr>
        <p:blipFill>
          <a:blip xmlns:r="http://schemas.openxmlformats.org/officeDocument/2006/relationships" xmlns:a="http://schemas.openxmlformats.org/drawingml/2006/main" r:embed="R0b5ebac39a6441f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857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330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Phase Two Strategies</a:t>
            </a:r>
          </a:p>
        </p:txBody>
      </p:sp>
      <p:sp>
        <p:nvSpPr>
          <p:cNvPr id="55369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769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 phase two, the Eye becomes faster and more aggressive.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Maintain your distance and focus on dodging while dealing damage.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terrain to create distance when it charges.</a:t>
            </a:r>
          </a:p>
        </p:txBody>
      </p:sp>
      <p:pic>
        <p:nvPicPr>
          <p:cNvPr id="431360" name="TopicImage"/>
          <p:cNvPicPr/>
          <p:nvPr/>
        </p:nvPicPr>
        <p:blipFill>
          <a:blip xmlns:r="http://schemas.openxmlformats.org/officeDocument/2006/relationships" xmlns:a="http://schemas.openxmlformats.org/drawingml/2006/main" r:embed="Rad851ab798fb4d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271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862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5532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538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 well-prepared with the right equipment and arena.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 the attack patterns and practice dodging.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With patience and strategy, you can defeat the Eye of Cthulhu!</a:t>
            </a:r>
          </a:p>
        </p:txBody>
      </p:sp>
      <p:pic>
        <p:nvPicPr>
          <p:cNvPr id="334944" name="TopicImage"/>
          <p:cNvPicPr/>
          <p:nvPr/>
        </p:nvPicPr>
        <p:blipFill>
          <a:blip xmlns:r="http://schemas.openxmlformats.org/officeDocument/2006/relationships" xmlns:a="http://schemas.openxmlformats.org/drawingml/2006/main" r:embed="R4c02f5a7d695478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