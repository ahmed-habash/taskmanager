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jpg" ContentType="image/jpeg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fa9cee27c5de413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12efa8f52f04fd0"/>
  </p:sldMasterIdLst>
  <p:sldIdLst>
    <p:sldId xmlns:r="http://schemas.openxmlformats.org/officeDocument/2006/relationships" id="256" r:id="R6d8a749885724b7d"/>
    <p:sldId xmlns:r="http://schemas.openxmlformats.org/officeDocument/2006/relationships" id="257" r:id="R55c54ba1620a4dd8"/>
    <p:sldId xmlns:r="http://schemas.openxmlformats.org/officeDocument/2006/relationships" id="258" r:id="Re0886cc1b7a94e2b"/>
    <p:sldId xmlns:r="http://schemas.openxmlformats.org/officeDocument/2006/relationships" id="259" r:id="R3b18f6fb95144e63"/>
    <p:sldId xmlns:r="http://schemas.openxmlformats.org/officeDocument/2006/relationships" id="260" r:id="R4b33ce2cff154767"/>
  </p:sldIdLst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12efa8f52f04fd0" /><Relationship Type="http://schemas.openxmlformats.org/officeDocument/2006/relationships/slide" Target="/ppt/slides/slide1.xml" Id="R6d8a749885724b7d" /><Relationship Type="http://schemas.openxmlformats.org/officeDocument/2006/relationships/slide" Target="/ppt/slides/slide2.xml" Id="R55c54ba1620a4dd8" /><Relationship Type="http://schemas.openxmlformats.org/officeDocument/2006/relationships/slide" Target="/ppt/slides/slide3.xml" Id="Re0886cc1b7a94e2b" /><Relationship Type="http://schemas.openxmlformats.org/officeDocument/2006/relationships/slide" Target="/ppt/slides/slide4.xml" Id="R3b18f6fb95144e63" /><Relationship Type="http://schemas.openxmlformats.org/officeDocument/2006/relationships/slide" Target="/ppt/slides/slide5.xml" Id="R4b33ce2cff154767" /></Relationships>
</file>

<file path=ppt/slideLayouts/slideLayout1.xml><?xml version="1.0" encoding="utf-8"?>
<p:sldLayout xmlns:p="http://schemas.openxmlformats.org/presentationml/2006/main">
  <p:cSld>
    <p:spTree/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2499f335b245de" /></Relationships>
</file>

<file path=ppt/slideMasters/slideMaster1.xml><?xml version="1.0" encoding="utf-8"?>
<p:sldMaster xmlns:p="http://schemas.openxmlformats.org/presentationml/2006/main">
  <p:cSld>
    <p:spTree/>
  </p:cSld>
  <p:clrMap bg1="lt1" tx1="dk1" bg2="lt2" tx2="dk2" accent1="accent1" accent2="accent2" accent3="accent3" accent4="accent4" accent5="accent5" accent6="accent6" hlink="hlink" folHlink="folHlink"/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41d3bb63fa40d3" /><Relationship Type="http://schemas.openxmlformats.org/officeDocument/2006/relationships/image" Target="/ppt/media/image.jpg" Id="R1717916c598b4e3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f3ea2c52244ec9" /><Relationship Type="http://schemas.openxmlformats.org/officeDocument/2006/relationships/image" Target="/ppt/media/image2.jpg" Id="R94675e1506af49d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2bc864fe99400a" /><Relationship Type="http://schemas.openxmlformats.org/officeDocument/2006/relationships/image" Target="/ppt/media/image3.jpg" Id="R50ac7867fb1b43f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37ab80c1af44ad" /><Relationship Type="http://schemas.openxmlformats.org/officeDocument/2006/relationships/image" Target="/ppt/media/image4.jpg" Id="R62ca236edec44c2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67bcbf0deb48e4" /><Relationship Type="http://schemas.openxmlformats.org/officeDocument/2006/relationships/image" Target="/ppt/media/image5.jpg" Id="R6cbce28607334d6b" /></Relationships>
</file>

<file path=ppt/slides/slide1.xml><?xml version="1.0" encoding="utf-8"?>
<p:sld xmlns:p="http://schemas.openxmlformats.org/presentationml/2006/main">
  <p:cSld>
    <p:spTree>
      <p:sp>
        <p:nvSpPr>
          <p:cNvPr id="66837" name="Backgrou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D5BA"/>
          </a:solidFill>
        </p:spPr>
      </p:sp>
      <p:sp>
        <p:nvSpPr>
          <p:cNvPr id="98956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300000"/>
            <a:ext cx="8000000" cy="1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4400" b="1">
                <a:solidFill>
                  <a:srgbClr val="FFFFFF"/>
                </a:solidFill>
              </a:rPr>
              <a:t>Introduction to Duckweed</a:t>
            </a:r>
          </a:p>
        </p:txBody>
      </p:sp>
      <p:sp>
        <p:nvSpPr>
          <p:cNvPr id="71536" name="Rec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200000"/>
            <a:ext cx="3000000" cy="5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8B3B"/>
          </a:solidFill>
        </p:spPr>
      </p:sp>
      <p:sp>
        <p:nvSpPr>
          <p:cNvPr id="65457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500000"/>
            <a:ext cx="5500000" cy="5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Overview of duckweed as a plant group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Importance in ecosystems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Common habitats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Nutritional value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Uses in aquaculture</a:t>
            </a:r>
          </a:p>
        </p:txBody>
      </p:sp>
      <p:pic>
        <p:nvPicPr>
          <p:cNvPr id="72048" name="TopicImage"/>
          <p:cNvPicPr/>
          <p:nvPr/>
        </p:nvPicPr>
        <p:blipFill>
          <a:blip xmlns:r="http://schemas.openxmlformats.org/officeDocument/2006/relationships" xmlns:a="http://schemas.openxmlformats.org/drawingml/2006/main" r:embed="R1717916c598b4e37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6200000" y="1500000"/>
            <a:ext cx="2500000" cy="2500000"/>
          </a:xfrm>
          <a:prstGeom xmlns:a="http://schemas.openxmlformats.org/drawingml/2006/main" prst="rect"/>
        </p:spPr>
      </p:pic>
    </p:spTree>
  </p:cSld>
</p:sld>
</file>

<file path=ppt/slides/slide2.xml><?xml version="1.0" encoding="utf-8"?>
<p:sld xmlns:p="http://schemas.openxmlformats.org/presentationml/2006/main">
  <p:cSld>
    <p:spTree>
      <p:sp>
        <p:nvSpPr>
          <p:cNvPr id="93715" name="Backgrou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D5BA"/>
          </a:solidFill>
        </p:spPr>
      </p:sp>
      <p:sp>
        <p:nvSpPr>
          <p:cNvPr id="52104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300000"/>
            <a:ext cx="8000000" cy="1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4400" b="1">
                <a:solidFill>
                  <a:srgbClr val="FFFFFF"/>
                </a:solidFill>
              </a:rPr>
              <a:t>Lemna Minor</a:t>
            </a:r>
          </a:p>
        </p:txBody>
      </p:sp>
      <p:sp>
        <p:nvSpPr>
          <p:cNvPr id="70562" name="Rec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200000"/>
            <a:ext cx="3000000" cy="5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8B3B"/>
          </a:solidFill>
        </p:spPr>
      </p:sp>
      <p:sp>
        <p:nvSpPr>
          <p:cNvPr id="87226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500000"/>
            <a:ext cx="5500000" cy="5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Description and characteristics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Growth patterns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Environmental benefits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Uses in wastewater treatment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Distribution</a:t>
            </a:r>
          </a:p>
        </p:txBody>
      </p:sp>
      <p:pic>
        <p:nvPicPr>
          <p:cNvPr id="66759" name="TopicImage"/>
          <p:cNvPicPr/>
          <p:nvPr/>
        </p:nvPicPr>
        <p:blipFill>
          <a:blip xmlns:r="http://schemas.openxmlformats.org/officeDocument/2006/relationships" xmlns:a="http://schemas.openxmlformats.org/drawingml/2006/main" r:embed="R94675e1506af49da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6200000" y="1500000"/>
            <a:ext cx="2500000" cy="2500000"/>
          </a:xfrm>
          <a:prstGeom xmlns:a="http://schemas.openxmlformats.org/drawingml/2006/main" prst="rect"/>
        </p:spPr>
      </p:pic>
    </p:spTree>
  </p:cSld>
</p:sld>
</file>

<file path=ppt/slides/slide3.xml><?xml version="1.0" encoding="utf-8"?>
<p:sld xmlns:p="http://schemas.openxmlformats.org/presentationml/2006/main">
  <p:cSld>
    <p:spTree>
      <p:sp>
        <p:nvSpPr>
          <p:cNvPr id="34625" name="Backgrou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D5BA"/>
          </a:solidFill>
        </p:spPr>
      </p:sp>
      <p:sp>
        <p:nvSpPr>
          <p:cNvPr id="65838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300000"/>
            <a:ext cx="8000000" cy="1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4400" b="1">
                <a:solidFill>
                  <a:srgbClr val="FFFFFF"/>
                </a:solidFill>
              </a:rPr>
              <a:t>Spirodela Polyrhiza</a:t>
            </a:r>
          </a:p>
        </p:txBody>
      </p:sp>
      <p:sp>
        <p:nvSpPr>
          <p:cNvPr id="85660" name="Rec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200000"/>
            <a:ext cx="3000000" cy="5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8B3B"/>
          </a:solidFill>
        </p:spPr>
      </p:sp>
      <p:sp>
        <p:nvSpPr>
          <p:cNvPr id="57728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500000"/>
            <a:ext cx="5500000" cy="5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Unique features of Spirodela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Size and shape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Role in aquatic ecosystems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Potential for biofuel production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Research studies</a:t>
            </a:r>
          </a:p>
        </p:txBody>
      </p:sp>
      <p:pic>
        <p:nvPicPr>
          <p:cNvPr id="65243" name="TopicImage"/>
          <p:cNvPicPr/>
          <p:nvPr/>
        </p:nvPicPr>
        <p:blipFill>
          <a:blip xmlns:r="http://schemas.openxmlformats.org/officeDocument/2006/relationships" xmlns:a="http://schemas.openxmlformats.org/drawingml/2006/main" r:embed="R50ac7867fb1b43f2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6200000" y="1500000"/>
            <a:ext cx="2500000" cy="2500000"/>
          </a:xfrm>
          <a:prstGeom xmlns:a="http://schemas.openxmlformats.org/drawingml/2006/main" prst="rect"/>
        </p:spPr>
      </p:pic>
    </p:spTree>
  </p:cSld>
</p:sld>
</file>

<file path=ppt/slides/slide4.xml><?xml version="1.0" encoding="utf-8"?>
<p:sld xmlns:p="http://schemas.openxmlformats.org/presentationml/2006/main">
  <p:cSld>
    <p:spTree>
      <p:sp>
        <p:nvSpPr>
          <p:cNvPr id="58981" name="Backgrou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D5BA"/>
          </a:solidFill>
        </p:spPr>
      </p:sp>
      <p:sp>
        <p:nvSpPr>
          <p:cNvPr id="87397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300000"/>
            <a:ext cx="8000000" cy="1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4400" b="1">
                <a:solidFill>
                  <a:srgbClr val="FFFFFF"/>
                </a:solidFill>
              </a:rPr>
              <a:t>Wolffia Arrhiza</a:t>
            </a:r>
          </a:p>
        </p:txBody>
      </p:sp>
      <p:sp>
        <p:nvSpPr>
          <p:cNvPr id="10590" name="Rec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200000"/>
            <a:ext cx="3000000" cy="5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8B3B"/>
          </a:solidFill>
        </p:spPr>
      </p:sp>
      <p:sp>
        <p:nvSpPr>
          <p:cNvPr id="76225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500000"/>
            <a:ext cx="5500000" cy="5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Smallest flowering plant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Growth and reproduction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Nutritional benefits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Applications in food industry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Conservation status</a:t>
            </a:r>
          </a:p>
        </p:txBody>
      </p:sp>
      <p:pic>
        <p:nvPicPr>
          <p:cNvPr id="36435" name="TopicImage"/>
          <p:cNvPicPr/>
          <p:nvPr/>
        </p:nvPicPr>
        <p:blipFill>
          <a:blip xmlns:r="http://schemas.openxmlformats.org/officeDocument/2006/relationships" xmlns:a="http://schemas.openxmlformats.org/drawingml/2006/main" r:embed="R62ca236edec44c25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6200000" y="1500000"/>
            <a:ext cx="2500000" cy="2500000"/>
          </a:xfrm>
          <a:prstGeom xmlns:a="http://schemas.openxmlformats.org/drawingml/2006/main" prst="rect"/>
        </p:spPr>
      </p:pic>
    </p:spTree>
  </p:cSld>
</p:sld>
</file>

<file path=ppt/slides/slide5.xml><?xml version="1.0" encoding="utf-8"?>
<p:sld xmlns:p="http://schemas.openxmlformats.org/presentationml/2006/main">
  <p:cSld>
    <p:spTree>
      <p:sp>
        <p:nvSpPr>
          <p:cNvPr id="22374" name="Backgrou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D5BA"/>
          </a:solidFill>
        </p:spPr>
      </p:sp>
      <p:sp>
        <p:nvSpPr>
          <p:cNvPr id="74108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300000"/>
            <a:ext cx="8000000" cy="1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4400" b="1">
                <a:solidFill>
                  <a:srgbClr val="FFFFFF"/>
                </a:solidFill>
              </a:rPr>
              <a:t>Conclusion</a:t>
            </a:r>
          </a:p>
        </p:txBody>
      </p:sp>
      <p:sp>
        <p:nvSpPr>
          <p:cNvPr id="32501" name="Rec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200000"/>
            <a:ext cx="3000000" cy="5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8B3B"/>
          </a:solidFill>
        </p:spPr>
      </p:sp>
      <p:sp>
        <p:nvSpPr>
          <p:cNvPr id="51104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500000"/>
            <a:ext cx="5500000" cy="5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Summary of duckweed types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Importance of biodiversity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Future research directions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Potential for sustainable agriculture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Call to action for conservation efforts</a:t>
            </a:r>
          </a:p>
        </p:txBody>
      </p:sp>
      <p:pic>
        <p:nvPicPr>
          <p:cNvPr id="80275" name="TopicImage"/>
          <p:cNvPicPr/>
          <p:nvPr/>
        </p:nvPicPr>
        <p:blipFill>
          <a:blip xmlns:r="http://schemas.openxmlformats.org/officeDocument/2006/relationships" xmlns:a="http://schemas.openxmlformats.org/drawingml/2006/main" r:embed="R6cbce28607334d6b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6200000" y="1500000"/>
            <a:ext cx="2500000" cy="2500000"/>
          </a:xfrm>
          <a:prstGeom xmlns:a="http://schemas.openxmlformats.org/drawingml/2006/main" prst="rect"/>
        </p:spPr>
      </p:pic>
    </p:spTree>
  </p:cSld>
</p:sld>
</file>