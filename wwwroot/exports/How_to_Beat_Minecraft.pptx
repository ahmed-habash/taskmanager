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a8f774138c847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4a67c76df94828"/>
  </p:sldMasterIdLst>
  <p:sldIdLst>
    <p:sldId xmlns:r="http://schemas.openxmlformats.org/officeDocument/2006/relationships" id="256" r:id="R003db4b321fd4048"/>
    <p:sldId xmlns:r="http://schemas.openxmlformats.org/officeDocument/2006/relationships" id="257" r:id="Rc545af803932489a"/>
    <p:sldId xmlns:r="http://schemas.openxmlformats.org/officeDocument/2006/relationships" id="258" r:id="Rbb3fe9bd31ce466d"/>
    <p:sldId xmlns:r="http://schemas.openxmlformats.org/officeDocument/2006/relationships" id="259" r:id="Rf7f8b52296b24151"/>
    <p:sldId xmlns:r="http://schemas.openxmlformats.org/officeDocument/2006/relationships" id="260" r:id="Rc0ea1f7d5b86468b"/>
    <p:sldId xmlns:r="http://schemas.openxmlformats.org/officeDocument/2006/relationships" id="261" r:id="R5b5526cb7adb4dd1"/>
    <p:sldId xmlns:r="http://schemas.openxmlformats.org/officeDocument/2006/relationships" id="262" r:id="Rbe47cc2038a34ed9"/>
    <p:sldId xmlns:r="http://schemas.openxmlformats.org/officeDocument/2006/relationships" id="263" r:id="Rbc258bfead884317"/>
    <p:sldId xmlns:r="http://schemas.openxmlformats.org/officeDocument/2006/relationships" id="264" r:id="Rb22b4c04894b481c"/>
    <p:sldId xmlns:r="http://schemas.openxmlformats.org/officeDocument/2006/relationships" id="265" r:id="Re5670b018392460f"/>
    <p:sldId xmlns:r="http://schemas.openxmlformats.org/officeDocument/2006/relationships" id="266" r:id="R2dfeea8344f6431e"/>
    <p:sldId xmlns:r="http://schemas.openxmlformats.org/officeDocument/2006/relationships" id="267" r:id="R3be677ab49234069"/>
    <p:sldId xmlns:r="http://schemas.openxmlformats.org/officeDocument/2006/relationships" id="268" r:id="R39374c0025624f89"/>
    <p:sldId xmlns:r="http://schemas.openxmlformats.org/officeDocument/2006/relationships" id="269" r:id="R1c956498cccb489c"/>
    <p:sldId xmlns:r="http://schemas.openxmlformats.org/officeDocument/2006/relationships" id="270" r:id="R79a1d776b15941f5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b87ecfe586e74b51" /><Relationship Type="http://schemas.openxmlformats.org/officeDocument/2006/relationships/viewProps" Target="/ppt/viewProps.xml" Id="R764d690385f044ee" /><Relationship Type="http://schemas.openxmlformats.org/officeDocument/2006/relationships/slideMaster" Target="/ppt/slideMasters/slideMaster1.xml" Id="R594a67c76df94828" /><Relationship Type="http://schemas.openxmlformats.org/officeDocument/2006/relationships/slide" Target="/ppt/slides/slide1.xml" Id="R003db4b321fd4048" /><Relationship Type="http://schemas.openxmlformats.org/officeDocument/2006/relationships/slide" Target="/ppt/slides/slide2.xml" Id="Rc545af803932489a" /><Relationship Type="http://schemas.openxmlformats.org/officeDocument/2006/relationships/slide" Target="/ppt/slides/slide3.xml" Id="Rbb3fe9bd31ce466d" /><Relationship Type="http://schemas.openxmlformats.org/officeDocument/2006/relationships/slide" Target="/ppt/slides/slide4.xml" Id="Rf7f8b52296b24151" /><Relationship Type="http://schemas.openxmlformats.org/officeDocument/2006/relationships/slide" Target="/ppt/slides/slide5.xml" Id="Rc0ea1f7d5b86468b" /><Relationship Type="http://schemas.openxmlformats.org/officeDocument/2006/relationships/slide" Target="/ppt/slides/slide6.xml" Id="R5b5526cb7adb4dd1" /><Relationship Type="http://schemas.openxmlformats.org/officeDocument/2006/relationships/slide" Target="/ppt/slides/slide7.xml" Id="Rbe47cc2038a34ed9" /><Relationship Type="http://schemas.openxmlformats.org/officeDocument/2006/relationships/slide" Target="/ppt/slides/slide8.xml" Id="Rbc258bfead884317" /><Relationship Type="http://schemas.openxmlformats.org/officeDocument/2006/relationships/slide" Target="/ppt/slides/slide9.xml" Id="Rb22b4c04894b481c" /><Relationship Type="http://schemas.openxmlformats.org/officeDocument/2006/relationships/slide" Target="/ppt/slides/slide10.xml" Id="Re5670b018392460f" /><Relationship Type="http://schemas.openxmlformats.org/officeDocument/2006/relationships/slide" Target="/ppt/slides/slide11.xml" Id="R2dfeea8344f6431e" /><Relationship Type="http://schemas.openxmlformats.org/officeDocument/2006/relationships/slide" Target="/ppt/slides/slide12.xml" Id="R3be677ab49234069" /><Relationship Type="http://schemas.openxmlformats.org/officeDocument/2006/relationships/slide" Target="/ppt/slides/slide13.xml" Id="R39374c0025624f89" /><Relationship Type="http://schemas.openxmlformats.org/officeDocument/2006/relationships/slide" Target="/ppt/slides/slide14.xml" Id="R1c956498cccb489c" /><Relationship Type="http://schemas.openxmlformats.org/officeDocument/2006/relationships/slide" Target="/ppt/slides/slide15.xml" Id="R79a1d776b15941f5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47b46a6bd06c4105" /><Relationship Type="http://schemas.openxmlformats.org/officeDocument/2006/relationships/slideLayout" Target="/ppt/slideLayouts/slideLayout1.xml" Id="Rfa6ea77854c5454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6ea77854c54542"/>
  </p:sldLayoutIdLst>
</p:sldMaster>
</file>

<file path=ppt/slideMasters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C1C1C"/>
      </a:dk2>
      <a:lt2>
        <a:srgbClr val="E0E0E0"/>
      </a:lt2>
      <a:accent1>
        <a:srgbClr val="1C1C1C"/>
      </a:accent1>
      <a:accent2>
        <a:srgbClr val="0078D7"/>
      </a:accent2>
      <a:accent3>
        <a:srgbClr val="FF0000"/>
      </a:accent3>
      <a:accent4>
        <a:srgbClr val="00FF00"/>
      </a:accent4>
      <a:accent5>
        <a:srgbClr val="0000FF"/>
      </a:accent5>
      <a:accent6>
        <a:srgbClr val="FFFF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accent1"/>
        </a:solidFill>
      </a:fillStyleLst>
      <a:lnStyleLst>
        <a:ln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accent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c6ac91b98428c" /><Relationship Type="http://schemas.openxmlformats.org/officeDocument/2006/relationships/image" Target="/ppt/media/image.jpg" Id="Rf867c0a6535b46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ff7f2e79d4d46" /><Relationship Type="http://schemas.openxmlformats.org/officeDocument/2006/relationships/image" Target="/ppt/media/image2.jpg" Id="R174b7a938fd44e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fd2cf935745ff" /><Relationship Type="http://schemas.openxmlformats.org/officeDocument/2006/relationships/image" Target="/ppt/media/image3.jpg" Id="Rcab18595cca541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df6e99d2a465d" /><Relationship Type="http://schemas.openxmlformats.org/officeDocument/2006/relationships/image" Target="/ppt/media/image4.jpg" Id="Re1070831d19045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d305977b74868" /><Relationship Type="http://schemas.openxmlformats.org/officeDocument/2006/relationships/image" Target="/ppt/media/image5.jpg" Id="Rb80d4f2e01eb4b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ace74181e4470" /><Relationship Type="http://schemas.openxmlformats.org/officeDocument/2006/relationships/image" Target="/ppt/media/image6.jpg" Id="Ra3534fa1ca3544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028c9d99b4baf" /><Relationship Type="http://schemas.openxmlformats.org/officeDocument/2006/relationships/image" Target="/ppt/media/image7.jpg" Id="R0646929a389240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49380f9c04751" /><Relationship Type="http://schemas.openxmlformats.org/officeDocument/2006/relationships/image" Target="/ppt/media/image8.jpg" Id="Ra7e69286205a4c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cf24af5a6436f" /><Relationship Type="http://schemas.openxmlformats.org/officeDocument/2006/relationships/image" Target="/ppt/media/image9.jpg" Id="Raf773f0b8b2e48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19f5c10394f11" /><Relationship Type="http://schemas.openxmlformats.org/officeDocument/2006/relationships/image" Target="/ppt/media/image10.jpg" Id="Rec118eda216c4a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8cf26fd7845a7" /><Relationship Type="http://schemas.openxmlformats.org/officeDocument/2006/relationships/image" Target="/ppt/media/image11.jpg" Id="R21b99f5fe7f046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711f230414554" /><Relationship Type="http://schemas.openxmlformats.org/officeDocument/2006/relationships/image" Target="/ppt/media/image12.jpg" Id="R9084cf52cb6442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d1bdda8d2441d" /><Relationship Type="http://schemas.openxmlformats.org/officeDocument/2006/relationships/image" Target="/ppt/media/image13.jpg" Id="R7ced91ca5205471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e0ac122ff4cef" /><Relationship Type="http://schemas.openxmlformats.org/officeDocument/2006/relationships/image" Target="/ppt/media/image14.jpg" Id="R861b9137f8344ac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c15f4bc6c44f7" /><Relationship Type="http://schemas.openxmlformats.org/officeDocument/2006/relationships/image" Target="/ppt/media/image15.jpg" Id="R68c832f06e8b48b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676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682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Minecraft</a:t>
            </a:r>
          </a:p>
        </p:txBody>
      </p:sp>
      <p:sp>
        <p:nvSpPr>
          <p:cNvPr id="44102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61671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Minecraft is a sandbox game that allows players to build and explore virtual worlds.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objective is to survive and thrive in this blocky environment.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This presentation will guide you through the steps to beat Minecraft.</a:t>
            </a:r>
          </a:p>
        </p:txBody>
      </p:sp>
      <p:pic>
        <p:nvPicPr>
          <p:cNvPr id="875944" name="TopicImage"/>
          <p:cNvPicPr/>
          <p:nvPr/>
        </p:nvPicPr>
        <p:blipFill>
          <a:blip xmlns:r="http://schemas.openxmlformats.org/officeDocument/2006/relationships" xmlns:a="http://schemas.openxmlformats.org/drawingml/2006/main" r:embed="Rf867c0a6535b463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040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8516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Understanding the Game Mechanics</a:t>
            </a:r>
          </a:p>
        </p:txBody>
      </p:sp>
      <p:sp>
        <p:nvSpPr>
          <p:cNvPr id="48954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13580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Players have health and hunger bars that must be managed.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Crafting is essential for creating tools, weapons, and shelter.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Resources are gathered from the environment to aid survival.</a:t>
            </a:r>
          </a:p>
        </p:txBody>
      </p:sp>
      <p:pic>
        <p:nvPicPr>
          <p:cNvPr id="637046" name="TopicImage"/>
          <p:cNvPicPr/>
          <p:nvPr/>
        </p:nvPicPr>
        <p:blipFill>
          <a:blip xmlns:r="http://schemas.openxmlformats.org/officeDocument/2006/relationships" xmlns:a="http://schemas.openxmlformats.org/drawingml/2006/main" r:embed="R174b7a938fd44e3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549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35039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Starting Your Journey</a:t>
            </a:r>
          </a:p>
        </p:txBody>
      </p:sp>
      <p:sp>
        <p:nvSpPr>
          <p:cNvPr id="41134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657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Upon starting, players spawn in a random location.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first step is to gather basic resources like wood and stone.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Craft a crafting table to unlock more crafting options.</a:t>
            </a:r>
          </a:p>
        </p:txBody>
      </p:sp>
      <p:pic>
        <p:nvPicPr>
          <p:cNvPr id="486926" name="TopicImage"/>
          <p:cNvPicPr/>
          <p:nvPr/>
        </p:nvPicPr>
        <p:blipFill>
          <a:blip xmlns:r="http://schemas.openxmlformats.org/officeDocument/2006/relationships" xmlns:a="http://schemas.openxmlformats.org/drawingml/2006/main" r:embed="Rcab18595cca5413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610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84061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Building Your First Shelter</a:t>
            </a:r>
          </a:p>
        </p:txBody>
      </p:sp>
      <p:sp>
        <p:nvSpPr>
          <p:cNvPr id="44616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81011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Construct a simple shelter to protect against night-time mobs.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Use gathered resources like wood and dirt to create walls and a roof.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Ensure there is a light source to prevent hostile mobs from spawning.</a:t>
            </a:r>
          </a:p>
        </p:txBody>
      </p:sp>
      <p:pic>
        <p:nvPicPr>
          <p:cNvPr id="710023" name="TopicImage"/>
          <p:cNvPicPr/>
          <p:nvPr/>
        </p:nvPicPr>
        <p:blipFill>
          <a:blip xmlns:r="http://schemas.openxmlformats.org/officeDocument/2006/relationships" xmlns:a="http://schemas.openxmlformats.org/drawingml/2006/main" r:embed="Re1070831d19045f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246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7247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Crafting Essential Tools</a:t>
            </a:r>
          </a:p>
        </p:txBody>
      </p:sp>
      <p:sp>
        <p:nvSpPr>
          <p:cNvPr id="62062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7863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Start with wooden tools and upgrade to stone tools for better efficiency.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Essential tools include pickaxes, axes, and swords.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Learn crafting recipes to maximize resource usage.</a:t>
            </a:r>
          </a:p>
        </p:txBody>
      </p:sp>
      <p:pic>
        <p:nvPicPr>
          <p:cNvPr id="418553" name="TopicImage"/>
          <p:cNvPicPr/>
          <p:nvPr/>
        </p:nvPicPr>
        <p:blipFill>
          <a:blip xmlns:r="http://schemas.openxmlformats.org/officeDocument/2006/relationships" xmlns:a="http://schemas.openxmlformats.org/drawingml/2006/main" r:embed="Rb80d4f2e01eb4b9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615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63882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Exploring the World</a:t>
            </a:r>
          </a:p>
        </p:txBody>
      </p:sp>
      <p:sp>
        <p:nvSpPr>
          <p:cNvPr id="3574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548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Explore different biomes to find unique resources and structures.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Caves provide valuable ores but also pose dangers.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Villages can offer trades and shelter.</a:t>
            </a:r>
          </a:p>
        </p:txBody>
      </p:sp>
      <p:pic>
        <p:nvPicPr>
          <p:cNvPr id="4088" name="TopicImage"/>
          <p:cNvPicPr/>
          <p:nvPr/>
        </p:nvPicPr>
        <p:blipFill>
          <a:blip xmlns:r="http://schemas.openxmlformats.org/officeDocument/2006/relationships" xmlns:a="http://schemas.openxmlformats.org/drawingml/2006/main" r:embed="Ra3534fa1ca3544b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70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1297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Mining for Resources</a:t>
            </a:r>
          </a:p>
        </p:txBody>
      </p:sp>
      <p:sp>
        <p:nvSpPr>
          <p:cNvPr id="43395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40174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Digging underground is crucial for finding ores like iron, gold, and diamonds.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Use the branch mining technique for efficient resource gathering.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Always carry torches to light up dark areas.</a:t>
            </a:r>
          </a:p>
        </p:txBody>
      </p:sp>
      <p:pic>
        <p:nvPicPr>
          <p:cNvPr id="576489" name="TopicImage"/>
          <p:cNvPicPr/>
          <p:nvPr/>
        </p:nvPicPr>
        <p:blipFill>
          <a:blip xmlns:r="http://schemas.openxmlformats.org/officeDocument/2006/relationships" xmlns:a="http://schemas.openxmlformats.org/drawingml/2006/main" r:embed="R0646929a3892409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011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8811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Farming for Sustainability</a:t>
            </a:r>
          </a:p>
        </p:txBody>
      </p:sp>
      <p:sp>
        <p:nvSpPr>
          <p:cNvPr id="710080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65004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Establish a farm for a sustainable food source.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Grow crops like wheat, carrots, and potatoes.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Breed animals for meat, leather, and other resources.</a:t>
            </a:r>
          </a:p>
        </p:txBody>
      </p:sp>
      <p:pic>
        <p:nvPicPr>
          <p:cNvPr id="66215" name="TopicImage"/>
          <p:cNvPicPr/>
          <p:nvPr/>
        </p:nvPicPr>
        <p:blipFill>
          <a:blip xmlns:r="http://schemas.openxmlformats.org/officeDocument/2006/relationships" xmlns:a="http://schemas.openxmlformats.org/drawingml/2006/main" r:embed="Ra7e69286205a4c2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984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64881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The Nether Dimension</a:t>
            </a:r>
          </a:p>
        </p:txBody>
      </p:sp>
      <p:sp>
        <p:nvSpPr>
          <p:cNvPr id="71642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14664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Build a Nether portal to access the Nether dimension.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Gather resources like Nether wart and blaze rods for potion making.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Be prepared for hostile mobs like ghasts and blazes.</a:t>
            </a:r>
          </a:p>
        </p:txBody>
      </p:sp>
      <p:pic>
        <p:nvPicPr>
          <p:cNvPr id="188631" name="TopicImage"/>
          <p:cNvPicPr/>
          <p:nvPr/>
        </p:nvPicPr>
        <p:blipFill>
          <a:blip xmlns:r="http://schemas.openxmlformats.org/officeDocument/2006/relationships" xmlns:a="http://schemas.openxmlformats.org/drawingml/2006/main" r:embed="Raf773f0b8b2e48e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850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93937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Enchanting and Potions</a:t>
            </a:r>
          </a:p>
        </p:txBody>
      </p:sp>
      <p:sp>
        <p:nvSpPr>
          <p:cNvPr id="24308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13319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Create an enchanting table to enhance your gear.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Use experience points to enchant weapons and armor.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Brew potions for various effects to aid in combat and exploration.</a:t>
            </a:r>
          </a:p>
        </p:txBody>
      </p:sp>
      <p:pic>
        <p:nvPicPr>
          <p:cNvPr id="112480" name="TopicImage"/>
          <p:cNvPicPr/>
          <p:nvPr/>
        </p:nvPicPr>
        <p:blipFill>
          <a:blip xmlns:r="http://schemas.openxmlformats.org/officeDocument/2006/relationships" xmlns:a="http://schemas.openxmlformats.org/drawingml/2006/main" r:embed="Rec118eda216c4a2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836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86282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The End Dimension</a:t>
            </a:r>
          </a:p>
        </p:txBody>
      </p:sp>
      <p:sp>
        <p:nvSpPr>
          <p:cNvPr id="41332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24101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Locate and activate the End portal to access the End dimension.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Prepare for the battle against the Ender Dragon.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Bring strong gear, potions, and food for the fight.</a:t>
            </a:r>
          </a:p>
        </p:txBody>
      </p:sp>
      <p:pic>
        <p:nvPicPr>
          <p:cNvPr id="24502" name="TopicImage"/>
          <p:cNvPicPr/>
          <p:nvPr/>
        </p:nvPicPr>
        <p:blipFill>
          <a:blip xmlns:r="http://schemas.openxmlformats.org/officeDocument/2006/relationships" xmlns:a="http://schemas.openxmlformats.org/drawingml/2006/main" r:embed="R21b99f5fe7f0467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441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65077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Defeating the Ender Dragon</a:t>
            </a:r>
          </a:p>
        </p:txBody>
      </p:sp>
      <p:sp>
        <p:nvSpPr>
          <p:cNvPr id="40463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88757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Destroy the Ender Crystals to prevent the dragon from healing.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Use bows and arrows or melee attacks to defeat the dragon.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Collect the dragon egg as a trophy after the victory.</a:t>
            </a:r>
          </a:p>
        </p:txBody>
      </p:sp>
      <p:pic>
        <p:nvPicPr>
          <p:cNvPr id="583691" name="TopicImage"/>
          <p:cNvPicPr/>
          <p:nvPr/>
        </p:nvPicPr>
        <p:blipFill>
          <a:blip xmlns:r="http://schemas.openxmlformats.org/officeDocument/2006/relationships" xmlns:a="http://schemas.openxmlformats.org/drawingml/2006/main" r:embed="R9084cf52cb6442d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636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83001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Post-Game Activities</a:t>
            </a:r>
          </a:p>
        </p:txBody>
      </p:sp>
      <p:sp>
        <p:nvSpPr>
          <p:cNvPr id="91157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73397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After defeating the Ender Dragon, players can continue to explore.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Build elaborate structures and engage in creative projects.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Join multiplayer servers for additional challenges and experiences.</a:t>
            </a:r>
          </a:p>
        </p:txBody>
      </p:sp>
      <p:pic>
        <p:nvPicPr>
          <p:cNvPr id="972248" name="TopicImage"/>
          <p:cNvPicPr/>
          <p:nvPr/>
        </p:nvPicPr>
        <p:blipFill>
          <a:blip xmlns:r="http://schemas.openxmlformats.org/officeDocument/2006/relationships" xmlns:a="http://schemas.openxmlformats.org/drawingml/2006/main" r:embed="R7ced91ca5205471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159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8615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Tips and Tricks</a:t>
            </a:r>
          </a:p>
        </p:txBody>
      </p:sp>
      <p:sp>
        <p:nvSpPr>
          <p:cNvPr id="2141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6720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Always carry a bed to set spawn points.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Use shields to block attacks from mobs.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Keep inventory organized for quick access to items.</a:t>
            </a:r>
          </a:p>
        </p:txBody>
      </p:sp>
      <p:pic>
        <p:nvPicPr>
          <p:cNvPr id="137964" name="TopicImage"/>
          <p:cNvPicPr/>
          <p:nvPr/>
        </p:nvPicPr>
        <p:blipFill>
          <a:blip xmlns:r="http://schemas.openxmlformats.org/officeDocument/2006/relationships" xmlns:a="http://schemas.openxmlformats.org/drawingml/2006/main" r:embed="R861b9137f8344ac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959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22575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3874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6817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Beating Minecraft is just the beginning of endless possibilities.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Use the skills learned to explore, create, and enjoy the game.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Remember, the journey is as important as the destination.</a:t>
            </a:r>
          </a:p>
        </p:txBody>
      </p:sp>
      <p:pic>
        <p:nvPicPr>
          <p:cNvPr id="123653" name="TopicImage"/>
          <p:cNvPicPr/>
          <p:nvPr/>
        </p:nvPicPr>
        <p:blipFill>
          <a:blip xmlns:r="http://schemas.openxmlformats.org/officeDocument/2006/relationships" xmlns:a="http://schemas.openxmlformats.org/drawingml/2006/main" r:embed="R68c832f06e8b48b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