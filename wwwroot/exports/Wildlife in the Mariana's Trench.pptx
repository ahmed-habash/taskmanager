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1b88c7145dd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912f9ac1ac47d2"/>
  </p:sldMasterIdLst>
  <p:sldIdLst>
    <p:sldId xmlns:r="http://schemas.openxmlformats.org/officeDocument/2006/relationships" id="256" r:id="R0d545c899fcf45ea"/>
    <p:sldId xmlns:r="http://schemas.openxmlformats.org/officeDocument/2006/relationships" id="257" r:id="R8ef6376ca7a54d99"/>
    <p:sldId xmlns:r="http://schemas.openxmlformats.org/officeDocument/2006/relationships" id="258" r:id="R70813f9a16e443db"/>
    <p:sldId xmlns:r="http://schemas.openxmlformats.org/officeDocument/2006/relationships" id="259" r:id="R8845c855b9cc4d38"/>
    <p:sldId xmlns:r="http://schemas.openxmlformats.org/officeDocument/2006/relationships" id="260" r:id="Rc08968538c454b5f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12f9ac1ac47d2" /><Relationship Type="http://schemas.openxmlformats.org/officeDocument/2006/relationships/slide" Target="/ppt/slides/slide1.xml" Id="R0d545c899fcf45ea" /><Relationship Type="http://schemas.openxmlformats.org/officeDocument/2006/relationships/slide" Target="/ppt/slides/slide2.xml" Id="R8ef6376ca7a54d99" /><Relationship Type="http://schemas.openxmlformats.org/officeDocument/2006/relationships/slide" Target="/ppt/slides/slide3.xml" Id="R70813f9a16e443db" /><Relationship Type="http://schemas.openxmlformats.org/officeDocument/2006/relationships/slide" Target="/ppt/slides/slide4.xml" Id="R8845c855b9cc4d38" /><Relationship Type="http://schemas.openxmlformats.org/officeDocument/2006/relationships/slide" Target="/ppt/slides/slide5.xml" Id="Rc08968538c454b5f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9c8e654dc4081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fe850fedd44bc" /><Relationship Type="http://schemas.openxmlformats.org/officeDocument/2006/relationships/image" Target="/ppt/media/image.jpg" Id="Ra4c8ee63e3cc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0aa41a8d4d0a" /><Relationship Type="http://schemas.openxmlformats.org/officeDocument/2006/relationships/image" Target="/ppt/media/image2.jpg" Id="R07dedce5c5174b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b370236ed452e" /><Relationship Type="http://schemas.openxmlformats.org/officeDocument/2006/relationships/image" Target="/ppt/media/image3.jpg" Id="R5bcd4b2a7a94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5e9da1947455e" /><Relationship Type="http://schemas.openxmlformats.org/officeDocument/2006/relationships/image" Target="/ppt/media/image4.jpg" Id="R0804eb9c975f4a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2dc4cc7314f62" /><Relationship Type="http://schemas.openxmlformats.org/officeDocument/2006/relationships/image" Target="/ppt/media/image5.jpg" Id="R3af2b3354a144238" /></Relationships>
</file>

<file path=ppt/slides/slide1.xml><?xml version="1.0" encoding="utf-8"?>
<p:sld xmlns:p="http://schemas.openxmlformats.org/presentationml/2006/main">
  <p:cSld>
    <p:spTree>
      <p:sp>
        <p:nvSpPr>
          <p:cNvPr id="1858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</p:spPr>
      </p:sp>
      <p:sp>
        <p:nvSpPr>
          <p:cNvPr id="507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the Mariana's Trench</a:t>
            </a:r>
          </a:p>
        </p:txBody>
      </p:sp>
      <p:sp>
        <p:nvSpPr>
          <p:cNvPr id="8448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cc"/>
          </a:solidFill>
        </p:spPr>
      </p:sp>
      <p:sp>
        <p:nvSpPr>
          <p:cNvPr id="771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Mariana's Trench is the deepest part of the world's oceans, reaching depths of over 36,000 feet.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located in the western Pacific Ocean, east of the Mariana Islands.</a:t>
            </a:r>
          </a:p>
        </p:txBody>
      </p:sp>
      <p:pic>
        <p:nvPicPr>
          <p:cNvPr id="8915" name="TopicImage"/>
          <p:cNvPicPr/>
          <p:nvPr/>
        </p:nvPicPr>
        <p:blipFill>
          <a:blip xmlns:r="http://schemas.openxmlformats.org/officeDocument/2006/relationships" xmlns:a="http://schemas.openxmlformats.org/drawingml/2006/main" r:embed="Ra4c8ee63e3cc484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9799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</p:spPr>
      </p:sp>
      <p:sp>
        <p:nvSpPr>
          <p:cNvPr id="951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Unique Ecosystems</a:t>
            </a:r>
          </a:p>
        </p:txBody>
      </p:sp>
      <p:sp>
        <p:nvSpPr>
          <p:cNvPr id="4475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cc"/>
          </a:solidFill>
        </p:spPr>
      </p:sp>
      <p:sp>
        <p:nvSpPr>
          <p:cNvPr id="885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trench hosts unique ecosystems that thrive under extreme pressure and darkness.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Organisms have adapted to survive in these harsh conditions, showcasing incredible biodiversity.</a:t>
            </a:r>
          </a:p>
        </p:txBody>
      </p:sp>
      <p:pic>
        <p:nvPicPr>
          <p:cNvPr id="85342" name="TopicImage"/>
          <p:cNvPicPr/>
          <p:nvPr/>
        </p:nvPicPr>
        <p:blipFill>
          <a:blip xmlns:r="http://schemas.openxmlformats.org/officeDocument/2006/relationships" xmlns:a="http://schemas.openxmlformats.org/drawingml/2006/main" r:embed="R07dedce5c5174b8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6699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</p:spPr>
      </p:sp>
      <p:sp>
        <p:nvSpPr>
          <p:cNvPr id="704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Notable Species</a:t>
            </a:r>
          </a:p>
        </p:txBody>
      </p:sp>
      <p:sp>
        <p:nvSpPr>
          <p:cNvPr id="2092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cc"/>
          </a:solidFill>
        </p:spPr>
      </p:sp>
      <p:sp>
        <p:nvSpPr>
          <p:cNvPr id="9420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amphipod known as the 'deep-sea snailfish' has been recorded at depths of 8,000 meters.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Other notable species include giant tube worms and various types of bioluminescent organisms.</a:t>
            </a:r>
          </a:p>
        </p:txBody>
      </p:sp>
      <p:pic>
        <p:nvPicPr>
          <p:cNvPr id="37943" name="TopicImage"/>
          <p:cNvPicPr/>
          <p:nvPr/>
        </p:nvPicPr>
        <p:blipFill>
          <a:blip xmlns:r="http://schemas.openxmlformats.org/officeDocument/2006/relationships" xmlns:a="http://schemas.openxmlformats.org/drawingml/2006/main" r:embed="R5bcd4b2a7a94483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556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</p:spPr>
      </p:sp>
      <p:sp>
        <p:nvSpPr>
          <p:cNvPr id="7932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Research and Exploration</a:t>
            </a:r>
          </a:p>
        </p:txBody>
      </p:sp>
      <p:sp>
        <p:nvSpPr>
          <p:cNvPr id="5892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cc"/>
          </a:solidFill>
        </p:spPr>
      </p:sp>
      <p:sp>
        <p:nvSpPr>
          <p:cNvPr id="784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Research missions have used submersibles to explore the trench, revealing new species and geological features.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trench remains one of the least explored areas of the ocean, with many mysteries yet to uncover.</a:t>
            </a:r>
          </a:p>
        </p:txBody>
      </p:sp>
      <p:pic>
        <p:nvPicPr>
          <p:cNvPr id="74886" name="TopicImage"/>
          <p:cNvPicPr/>
          <p:nvPr/>
        </p:nvPicPr>
        <p:blipFill>
          <a:blip xmlns:r="http://schemas.openxmlformats.org/officeDocument/2006/relationships" xmlns:a="http://schemas.openxmlformats.org/drawingml/2006/main" r:embed="R0804eb9c975f4a5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2881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66"/>
          </a:solidFill>
        </p:spPr>
      </p:sp>
      <p:sp>
        <p:nvSpPr>
          <p:cNvPr id="7527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Conservation Challenges</a:t>
            </a:r>
          </a:p>
        </p:txBody>
      </p:sp>
      <p:sp>
        <p:nvSpPr>
          <p:cNvPr id="7132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cc"/>
          </a:solidFill>
        </p:spPr>
      </p:sp>
      <p:sp>
        <p:nvSpPr>
          <p:cNvPr id="5970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Mariana's Trench faces threats from deep-sea mining and pollution.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crucial to protect the unique wildlife and ecosystems found in this region.</a:t>
            </a:r>
          </a:p>
        </p:txBody>
      </p:sp>
      <p:pic>
        <p:nvPicPr>
          <p:cNvPr id="14305" name="TopicImage"/>
          <p:cNvPicPr/>
          <p:nvPr/>
        </p:nvPicPr>
        <p:blipFill>
          <a:blip xmlns:r="http://schemas.openxmlformats.org/officeDocument/2006/relationships" xmlns:a="http://schemas.openxmlformats.org/drawingml/2006/main" r:embed="R3af2b3354a1442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