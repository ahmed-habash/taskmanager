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145aeb7e2db47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5723818c04708"/>
  </p:sldMasterIdLst>
  <p:sldIdLst>
    <p:sldId xmlns:r="http://schemas.openxmlformats.org/officeDocument/2006/relationships" id="256" r:id="R9768f8df34ac4ce3"/>
    <p:sldId xmlns:r="http://schemas.openxmlformats.org/officeDocument/2006/relationships" id="257" r:id="R23ecda39936e4f34"/>
    <p:sldId xmlns:r="http://schemas.openxmlformats.org/officeDocument/2006/relationships" id="258" r:id="Rade50df63cdd4ca2"/>
    <p:sldId xmlns:r="http://schemas.openxmlformats.org/officeDocument/2006/relationships" id="259" r:id="R4906aa53c83a4bc0"/>
    <p:sldId xmlns:r="http://schemas.openxmlformats.org/officeDocument/2006/relationships" id="260" r:id="Rc5e5d9dc96174aa8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5723818c04708" /><Relationship Type="http://schemas.openxmlformats.org/officeDocument/2006/relationships/slide" Target="/ppt/slides/slide1.xml" Id="R9768f8df34ac4ce3" /><Relationship Type="http://schemas.openxmlformats.org/officeDocument/2006/relationships/slide" Target="/ppt/slides/slide2.xml" Id="R23ecda39936e4f34" /><Relationship Type="http://schemas.openxmlformats.org/officeDocument/2006/relationships/slide" Target="/ppt/slides/slide3.xml" Id="Rade50df63cdd4ca2" /><Relationship Type="http://schemas.openxmlformats.org/officeDocument/2006/relationships/slide" Target="/ppt/slides/slide4.xml" Id="R4906aa53c83a4bc0" /><Relationship Type="http://schemas.openxmlformats.org/officeDocument/2006/relationships/slide" Target="/ppt/slides/slide5.xml" Id="Rc5e5d9dc96174aa8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d7375bb246c6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557fee5a744e2" /><Relationship Type="http://schemas.openxmlformats.org/officeDocument/2006/relationships/image" Target="/ppt/media/image.jpg" Id="Rc79927d2dfc5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8eb92adff421f" /><Relationship Type="http://schemas.openxmlformats.org/officeDocument/2006/relationships/image" Target="/ppt/media/image2.jpg" Id="Rfb244a572f0e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280faf82c4839" /><Relationship Type="http://schemas.openxmlformats.org/officeDocument/2006/relationships/image" Target="/ppt/media/image3.jpg" Id="R6a7cd5e25b79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16a0315fc4dd8" /><Relationship Type="http://schemas.openxmlformats.org/officeDocument/2006/relationships/image" Target="/ppt/media/image4.jpg" Id="Rd8d51b9e3b934d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f0e5abd0044e9" /><Relationship Type="http://schemas.openxmlformats.org/officeDocument/2006/relationships/image" Target="/ppt/media/image5.jpg" Id="Rcfffad76044d4029" /></Relationships>
</file>

<file path=ppt/slides/slide1.xml><?xml version="1.0" encoding="utf-8"?>
<p:sld xmlns:p="http://schemas.openxmlformats.org/presentationml/2006/main">
  <p:cSld>
    <p:spTree>
      <p:sp>
        <p:nvSpPr>
          <p:cNvPr id="2644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482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Duke Fishron Overview</a:t>
            </a:r>
          </a:p>
        </p:txBody>
      </p:sp>
      <p:sp>
        <p:nvSpPr>
          <p:cNvPr id="5042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660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Duke Fishron is a powerful boss in Terraria, known for its unique design and challenging mechanics.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summoned by using a Fishron in the Ocean biome during a Hardmode phase.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must be well-prepared to face this formidable foe.</a:t>
            </a:r>
          </a:p>
        </p:txBody>
      </p:sp>
      <p:pic>
        <p:nvPicPr>
          <p:cNvPr id="4765" name="TopicImage"/>
          <p:cNvPicPr/>
          <p:nvPr/>
        </p:nvPicPr>
        <p:blipFill>
          <a:blip xmlns:r="http://schemas.openxmlformats.org/officeDocument/2006/relationships" xmlns:a="http://schemas.openxmlformats.org/drawingml/2006/main" r:embed="Rc79927d2dfc54b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2339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4196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Summoning Duke Fishron</a:t>
            </a:r>
          </a:p>
        </p:txBody>
      </p:sp>
      <p:sp>
        <p:nvSpPr>
          <p:cNvPr id="4187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7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 summon Duke Fishron, players must fish in the Ocean biome using a Truffle Worm.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boss appears after a short delay and can be fought in the water.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should ensure they have adequate health and potions before attempting the summon.</a:t>
            </a:r>
          </a:p>
        </p:txBody>
      </p:sp>
      <p:pic>
        <p:nvPicPr>
          <p:cNvPr id="84441" name="TopicImage"/>
          <p:cNvPicPr/>
          <p:nvPr/>
        </p:nvPicPr>
        <p:blipFill>
          <a:blip xmlns:r="http://schemas.openxmlformats.org/officeDocument/2006/relationships" xmlns:a="http://schemas.openxmlformats.org/drawingml/2006/main" r:embed="Rfb244a572f0e4f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4730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2575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Battle Mechanics</a:t>
            </a:r>
          </a:p>
        </p:txBody>
      </p:sp>
      <p:sp>
        <p:nvSpPr>
          <p:cNvPr id="9529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958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Duke Fishron has several attack patterns, including charging at players and creating tornadoes.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can also summon smaller fish minions to assist in the fight.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need to dodge its attacks while dealing damage to defeat it.</a:t>
            </a:r>
          </a:p>
        </p:txBody>
      </p:sp>
      <p:pic>
        <p:nvPicPr>
          <p:cNvPr id="14584" name="TopicImage"/>
          <p:cNvPicPr/>
          <p:nvPr/>
        </p:nvPicPr>
        <p:blipFill>
          <a:blip xmlns:r="http://schemas.openxmlformats.org/officeDocument/2006/relationships" xmlns:a="http://schemas.openxmlformats.org/drawingml/2006/main" r:embed="R6a7cd5e25b7942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5569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379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Drops and Rewards</a:t>
            </a:r>
          </a:p>
        </p:txBody>
      </p:sp>
      <p:sp>
        <p:nvSpPr>
          <p:cNvPr id="636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373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Upon defeat, Duke Fishron drops valuable items, including the Fishron Wings and the Bubble Gun.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can also obtain a variety of fishing-related items and materials.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These rewards are highly sought after for their utility in gameplay.</a:t>
            </a:r>
          </a:p>
        </p:txBody>
      </p:sp>
      <p:pic>
        <p:nvPicPr>
          <p:cNvPr id="7264" name="TopicImage"/>
          <p:cNvPicPr/>
          <p:nvPr/>
        </p:nvPicPr>
        <p:blipFill>
          <a:blip xmlns:r="http://schemas.openxmlformats.org/officeDocument/2006/relationships" xmlns:a="http://schemas.openxmlformats.org/drawingml/2006/main" r:embed="Rd8d51b9e3b934df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352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FF"/>
          </a:solidFill>
        </p:spPr>
      </p:sp>
      <p:sp>
        <p:nvSpPr>
          <p:cNvPr id="2396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Strategies for Defeating Duke Fishron</a:t>
            </a:r>
          </a:p>
        </p:txBody>
      </p:sp>
      <p:sp>
        <p:nvSpPr>
          <p:cNvPr id="9336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200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Utilize mobility accessories to dodge Duke Fishron's attacks effectively.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Ranged weapons are recommended for keeping distance while dealing damage.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Prepare potions and buffs to enhance survivability during the fight.</a:t>
            </a:r>
          </a:p>
        </p:txBody>
      </p:sp>
      <p:pic>
        <p:nvPicPr>
          <p:cNvPr id="96946" name="TopicImage"/>
          <p:cNvPicPr/>
          <p:nvPr/>
        </p:nvPicPr>
        <p:blipFill>
          <a:blip xmlns:r="http://schemas.openxmlformats.org/officeDocument/2006/relationships" xmlns:a="http://schemas.openxmlformats.org/drawingml/2006/main" r:embed="Rcfffad76044d40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