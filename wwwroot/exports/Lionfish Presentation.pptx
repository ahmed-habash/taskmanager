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e48fda74b79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6dd33e998403a"/>
  </p:sldMasterIdLst>
  <p:sldIdLst>
    <p:sldId xmlns:r="http://schemas.openxmlformats.org/officeDocument/2006/relationships" id="256" r:id="R5ed1276571a94aa3"/>
    <p:sldId xmlns:r="http://schemas.openxmlformats.org/officeDocument/2006/relationships" id="257" r:id="R08e13a4f92724d05"/>
    <p:sldId xmlns:r="http://schemas.openxmlformats.org/officeDocument/2006/relationships" id="258" r:id="R067ec6423e444f69"/>
    <p:sldId xmlns:r="http://schemas.openxmlformats.org/officeDocument/2006/relationships" id="259" r:id="R261269e5a8554731"/>
    <p:sldId xmlns:r="http://schemas.openxmlformats.org/officeDocument/2006/relationships" id="260" r:id="Ra0d6713abf094b35"/>
    <p:sldId xmlns:r="http://schemas.openxmlformats.org/officeDocument/2006/relationships" id="261" r:id="R50f40acf2b3048be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6dd33e998403a" /><Relationship Type="http://schemas.openxmlformats.org/officeDocument/2006/relationships/slide" Target="/ppt/slides/slide1.xml" Id="R5ed1276571a94aa3" /><Relationship Type="http://schemas.openxmlformats.org/officeDocument/2006/relationships/slide" Target="/ppt/slides/slide2.xml" Id="R08e13a4f92724d05" /><Relationship Type="http://schemas.openxmlformats.org/officeDocument/2006/relationships/slide" Target="/ppt/slides/slide3.xml" Id="R067ec6423e444f69" /><Relationship Type="http://schemas.openxmlformats.org/officeDocument/2006/relationships/slide" Target="/ppt/slides/slide4.xml" Id="R261269e5a8554731" /><Relationship Type="http://schemas.openxmlformats.org/officeDocument/2006/relationships/slide" Target="/ppt/slides/slide5.xml" Id="Ra0d6713abf094b35" /><Relationship Type="http://schemas.openxmlformats.org/officeDocument/2006/relationships/slide" Target="/ppt/slides/slide6.xml" Id="R50f40acf2b3048be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0c71b3c3f4a84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8bf1b0124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39d2612bd43c5" /><Relationship Type="http://schemas.openxmlformats.org/officeDocument/2006/relationships/image" Target="/ppt/media/image.jpg" Id="R80e02510b26b43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60490b3784e77" /><Relationship Type="http://schemas.openxmlformats.org/officeDocument/2006/relationships/image" Target="/ppt/media/image2.jpg" Id="R54a33a6ee25844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8b6c5d6f44250" /><Relationship Type="http://schemas.openxmlformats.org/officeDocument/2006/relationships/image" Target="/ppt/media/image3.jpg" Id="Rf7cf0de73fb143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a17fc64664a6e" /><Relationship Type="http://schemas.openxmlformats.org/officeDocument/2006/relationships/image" Target="/ppt/media/image4.jpg" Id="R01d403a4856c4d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b0ce07b064a37" /><Relationship Type="http://schemas.openxmlformats.org/officeDocument/2006/relationships/image" Target="/ppt/media/image5.jpg" Id="R9ace4eed6de74fe9" /></Relationships>
</file>

<file path=ppt/slides/slide1.xml><?xml version="1.0" encoding="utf-8"?>
<p:sld xmlns:p="http://schemas.openxmlformats.org/presentationml/2006/main">
  <p:cSld>
    <p:spTree>
      <p:sp>
        <p:nvSpPr>
          <p:cNvPr id="977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376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2799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144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Overview of lionfish species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Habitat and distribution</a:t>
            </a:r>
          </a:p>
        </p:txBody>
      </p:sp>
      <p:sp>
        <p:nvSpPr>
          <p:cNvPr id="11809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p:cNvPr id="8912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956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Physical Characteristics</a:t>
            </a:r>
          </a:p>
        </p:txBody>
      </p:sp>
      <p:sp>
        <p:nvSpPr>
          <p:cNvPr id="6168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566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Distinctive spines and coloration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Size and weight</a:t>
            </a:r>
          </a:p>
        </p:txBody>
      </p:sp>
      <p:pic>
        <p:nvPicPr>
          <p:cNvPr id="64333" name="TopicImage"/>
          <p:cNvPicPr/>
          <p:nvPr/>
        </p:nvPicPr>
        <p:blipFill>
          <a:blip xmlns:r="http://schemas.openxmlformats.org/officeDocument/2006/relationships" xmlns:a="http://schemas.openxmlformats.org/drawingml/2006/main" r:embed="R80e02510b26b432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1214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1272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Behavior and Diet</a:t>
            </a:r>
          </a:p>
        </p:txBody>
      </p:sp>
      <p:sp>
        <p:nvSpPr>
          <p:cNvPr id="391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20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Predatory nature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Diet: small fish and crustaceans</a:t>
            </a:r>
          </a:p>
        </p:txBody>
      </p:sp>
      <p:pic>
        <p:nvPicPr>
          <p:cNvPr id="55579" name="TopicImage"/>
          <p:cNvPicPr/>
          <p:nvPr/>
        </p:nvPicPr>
        <p:blipFill>
          <a:blip xmlns:r="http://schemas.openxmlformats.org/officeDocument/2006/relationships" xmlns:a="http://schemas.openxmlformats.org/drawingml/2006/main" r:embed="R54a33a6ee25844d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6463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311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Ecological Impact</a:t>
            </a:r>
          </a:p>
        </p:txBody>
      </p:sp>
      <p:sp>
        <p:nvSpPr>
          <p:cNvPr id="7905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5793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Invasive species in the Atlantic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Effects on local ecosystems</a:t>
            </a:r>
          </a:p>
        </p:txBody>
      </p:sp>
      <p:pic>
        <p:nvPicPr>
          <p:cNvPr id="88014" name="TopicImage"/>
          <p:cNvPicPr/>
          <p:nvPr/>
        </p:nvPicPr>
        <p:blipFill>
          <a:blip xmlns:r="http://schemas.openxmlformats.org/officeDocument/2006/relationships" xmlns:a="http://schemas.openxmlformats.org/drawingml/2006/main" r:embed="Rf7cf0de73fb143a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4057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9930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Management and Control</a:t>
            </a:r>
          </a:p>
        </p:txBody>
      </p:sp>
      <p:sp>
        <p:nvSpPr>
          <p:cNvPr id="5879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84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Efforts to control lionfish populations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public awareness</a:t>
            </a:r>
          </a:p>
        </p:txBody>
      </p:sp>
      <p:pic>
        <p:nvPicPr>
          <p:cNvPr id="5416" name="TopicImage"/>
          <p:cNvPicPr/>
          <p:nvPr/>
        </p:nvPicPr>
        <p:blipFill>
          <a:blip xmlns:r="http://schemas.openxmlformats.org/officeDocument/2006/relationships" xmlns:a="http://schemas.openxmlformats.org/drawingml/2006/main" r:embed="R01d403a4856c4de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sp>
        <p:nvSpPr>
          <p:cNvPr id="1610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500"/>
          </a:solidFill>
        </p:spPr>
      </p:sp>
      <p:sp>
        <p:nvSpPr>
          <p:cNvPr id="4935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280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6472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Summary of key points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Call to action for conservation efforts.</a:t>
            </a:r>
          </a:p>
        </p:txBody>
      </p:sp>
      <p:pic>
        <p:nvPicPr>
          <p:cNvPr id="29856" name="TopicImage"/>
          <p:cNvPicPr/>
          <p:nvPr/>
        </p:nvPicPr>
        <p:blipFill>
          <a:blip xmlns:r="http://schemas.openxmlformats.org/officeDocument/2006/relationships" xmlns:a="http://schemas.openxmlformats.org/drawingml/2006/main" r:embed="R9ace4eed6de74fe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