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676e18f0b0f44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91c8a48eb4ccc"/>
  </p:sldMasterIdLst>
  <p:sldIdLst>
    <p:sldId xmlns:r="http://schemas.openxmlformats.org/officeDocument/2006/relationships" id="256" r:id="R7826848aaf49463a"/>
    <p:sldId xmlns:r="http://schemas.openxmlformats.org/officeDocument/2006/relationships" id="257" r:id="Rabdd0d6368f6428b"/>
    <p:sldId xmlns:r="http://schemas.openxmlformats.org/officeDocument/2006/relationships" id="258" r:id="Ra2d2e850d6ef42b4"/>
    <p:sldId xmlns:r="http://schemas.openxmlformats.org/officeDocument/2006/relationships" id="259" r:id="R806e9cd9f47c4a65"/>
    <p:sldId xmlns:r="http://schemas.openxmlformats.org/officeDocument/2006/relationships" id="260" r:id="Rdeb7b138fc2649a7"/>
    <p:sldId xmlns:r="http://schemas.openxmlformats.org/officeDocument/2006/relationships" id="261" r:id="R587dcd20dc454524"/>
    <p:sldId xmlns:r="http://schemas.openxmlformats.org/officeDocument/2006/relationships" id="262" r:id="Ra2d4a14fb2474dd1"/>
    <p:sldId xmlns:r="http://schemas.openxmlformats.org/officeDocument/2006/relationships" id="263" r:id="R8948bb6198a04fbc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8585678d29fd4217" /><Relationship Type="http://schemas.openxmlformats.org/officeDocument/2006/relationships/viewProps" Target="/ppt/viewProps.xml" Id="Rb304d5dc9ce440f4" /><Relationship Type="http://schemas.openxmlformats.org/officeDocument/2006/relationships/slideMaster" Target="/ppt/slideMasters/slideMaster1.xml" Id="Rca291c8a48eb4ccc" /><Relationship Type="http://schemas.openxmlformats.org/officeDocument/2006/relationships/slide" Target="/ppt/slides/slide1.xml" Id="R7826848aaf49463a" /><Relationship Type="http://schemas.openxmlformats.org/officeDocument/2006/relationships/slide" Target="/ppt/slides/slide2.xml" Id="Rabdd0d6368f6428b" /><Relationship Type="http://schemas.openxmlformats.org/officeDocument/2006/relationships/slide" Target="/ppt/slides/slide3.xml" Id="Ra2d2e850d6ef42b4" /><Relationship Type="http://schemas.openxmlformats.org/officeDocument/2006/relationships/slide" Target="/ppt/slides/slide4.xml" Id="R806e9cd9f47c4a65" /><Relationship Type="http://schemas.openxmlformats.org/officeDocument/2006/relationships/slide" Target="/ppt/slides/slide5.xml" Id="Rdeb7b138fc2649a7" /><Relationship Type="http://schemas.openxmlformats.org/officeDocument/2006/relationships/slide" Target="/ppt/slides/slide6.xml" Id="R587dcd20dc454524" /><Relationship Type="http://schemas.openxmlformats.org/officeDocument/2006/relationships/slide" Target="/ppt/slides/slide7.xml" Id="Ra2d4a14fb2474dd1" /><Relationship Type="http://schemas.openxmlformats.org/officeDocument/2006/relationships/slide" Target="/ppt/slides/slide8.xml" Id="R8948bb6198a04fbc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b5ce08ed7a74cb2" /><Relationship Type="http://schemas.openxmlformats.org/officeDocument/2006/relationships/slideLayout" Target="/ppt/slideLayouts/slideLayout1.xml" Id="Rf45083a3fe2943e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5083a3fe2943e2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2e72b6e1f4998" /><Relationship Type="http://schemas.openxmlformats.org/officeDocument/2006/relationships/image" Target="/ppt/media/image.jpg" Id="R579f59096f2c41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5a58920a84aad" /><Relationship Type="http://schemas.openxmlformats.org/officeDocument/2006/relationships/image" Target="/ppt/media/image2.jpg" Id="R6ad77a1822f340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fe199cbf74da5" /><Relationship Type="http://schemas.openxmlformats.org/officeDocument/2006/relationships/image" Target="/ppt/media/image3.jpg" Id="Raaa78d06dcc949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b4640b47e4fbb" /><Relationship Type="http://schemas.openxmlformats.org/officeDocument/2006/relationships/image" Target="/ppt/media/image4.jpg" Id="Raa1d7fb4d75546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a5606b399406d" /><Relationship Type="http://schemas.openxmlformats.org/officeDocument/2006/relationships/image" Target="/ppt/media/image5.jpg" Id="R8a333362160344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707e5b3904d9b" /><Relationship Type="http://schemas.openxmlformats.org/officeDocument/2006/relationships/image" Target="/ppt/media/image6.jpg" Id="R302210e498744c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4aa0866694c93" /><Relationship Type="http://schemas.openxmlformats.org/officeDocument/2006/relationships/image" Target="/ppt/media/image7.jpg" Id="Ra79a3c8673874b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2ed54eb2a4981" /><Relationship Type="http://schemas.openxmlformats.org/officeDocument/2006/relationships/image" Target="/ppt/media/image8.jpg" Id="Rb8865a97508a42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95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55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1541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7445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This presentation discusses the dangers of drug use in monkeys, specifically focusing on Almawz Kam and the drug Girish.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Understanding the implications of drug use is crucial for the health of animals.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We will explore the side effects and consequences of Almawz Kam's choices.</a:t>
            </a:r>
          </a:p>
        </p:txBody>
      </p:sp>
      <p:pic>
        <p:nvPicPr>
          <p:cNvPr id="33146" name="TopicImage"/>
          <p:cNvPicPr/>
          <p:nvPr/>
        </p:nvPicPr>
        <p:blipFill>
          <a:blip xmlns:r="http://schemas.openxmlformats.org/officeDocument/2006/relationships" xmlns:a="http://schemas.openxmlformats.org/drawingml/2006/main" r:embed="R579f59096f2c41c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70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7963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Who is Almawz Kam?</a:t>
            </a:r>
          </a:p>
        </p:txBody>
      </p:sp>
      <p:sp>
        <p:nvSpPr>
          <p:cNvPr id="97403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8161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Almawz Kam is a fictional monkey who becomes involved with drugs.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His story serves as a cautionary tale about drug addiction.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Monkeys, like humans, can suffer from the effects of drug abuse.</a:t>
            </a:r>
          </a:p>
        </p:txBody>
      </p:sp>
      <p:pic>
        <p:nvPicPr>
          <p:cNvPr id="582790" name="TopicImage"/>
          <p:cNvPicPr/>
          <p:nvPr/>
        </p:nvPicPr>
        <p:blipFill>
          <a:blip xmlns:r="http://schemas.openxmlformats.org/officeDocument/2006/relationships" xmlns:a="http://schemas.openxmlformats.org/drawingml/2006/main" r:embed="R6ad77a1822f340d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661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9757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The Drug - Girish</a:t>
            </a:r>
          </a:p>
        </p:txBody>
      </p:sp>
      <p:sp>
        <p:nvSpPr>
          <p:cNvPr id="56904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1977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Girish is a harmful substance sold by a drug dealer.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important to understand what Girish is and its effects.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drug is illegal and poses serious risks to Almawz Kam's health.</a:t>
            </a:r>
          </a:p>
        </p:txBody>
      </p:sp>
      <p:pic>
        <p:nvPicPr>
          <p:cNvPr id="72845" name="TopicImage"/>
          <p:cNvPicPr/>
          <p:nvPr/>
        </p:nvPicPr>
        <p:blipFill>
          <a:blip xmlns:r="http://schemas.openxmlformats.org/officeDocument/2006/relationships" xmlns:a="http://schemas.openxmlformats.org/drawingml/2006/main" r:embed="Raaa78d06dcc949d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789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2108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Side Effects of Girish</a:t>
            </a:r>
          </a:p>
        </p:txBody>
      </p:sp>
      <p:sp>
        <p:nvSpPr>
          <p:cNvPr id="7601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3030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Girish can cause severe physical and mental health issues.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Common side effects include: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Increased heart rate and anxiety.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Impaired cognitive function.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Risk of addiction and withdrawal symptoms.</a:t>
            </a:r>
          </a:p>
        </p:txBody>
      </p:sp>
      <p:pic>
        <p:nvPicPr>
          <p:cNvPr id="853964" name="TopicImage"/>
          <p:cNvPicPr/>
          <p:nvPr/>
        </p:nvPicPr>
        <p:blipFill>
          <a:blip xmlns:r="http://schemas.openxmlformats.org/officeDocument/2006/relationships" xmlns:a="http://schemas.openxmlformats.org/drawingml/2006/main" r:embed="Raa1d7fb4d75546f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266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2564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Consequences of Drug Use</a:t>
            </a:r>
          </a:p>
        </p:txBody>
      </p:sp>
      <p:sp>
        <p:nvSpPr>
          <p:cNvPr id="20906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6038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Almawz Kam faces numerous consequences from using Girish.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These include: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Deterioration of physical health.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Social isolation from other monkeys.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Legal issues with the drug dealer, Girish.</a:t>
            </a:r>
          </a:p>
        </p:txBody>
      </p:sp>
      <p:pic>
        <p:nvPicPr>
          <p:cNvPr id="635425" name="TopicImage"/>
          <p:cNvPicPr/>
          <p:nvPr/>
        </p:nvPicPr>
        <p:blipFill>
          <a:blip xmlns:r="http://schemas.openxmlformats.org/officeDocument/2006/relationships" xmlns:a="http://schemas.openxmlformats.org/drawingml/2006/main" r:embed="R8a333362160344d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001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719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The Role of the Drug Dealer</a:t>
            </a:r>
          </a:p>
        </p:txBody>
      </p:sp>
      <p:sp>
        <p:nvSpPr>
          <p:cNvPr id="73846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393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drug dealer, Girish, exploits vulnerable individuals like Almawz Kam.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Understanding the role of dealers is crucial in addressing drug problems.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Awareness can help prevent others from falling into the same trap.</a:t>
            </a:r>
          </a:p>
        </p:txBody>
      </p:sp>
      <p:pic>
        <p:nvPicPr>
          <p:cNvPr id="754763" name="TopicImage"/>
          <p:cNvPicPr/>
          <p:nvPr/>
        </p:nvPicPr>
        <p:blipFill>
          <a:blip xmlns:r="http://schemas.openxmlformats.org/officeDocument/2006/relationships" xmlns:a="http://schemas.openxmlformats.org/drawingml/2006/main" r:embed="R302210e498744cb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08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437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Prevention and Awareness</a:t>
            </a:r>
          </a:p>
        </p:txBody>
      </p:sp>
      <p:sp>
        <p:nvSpPr>
          <p:cNvPr id="81836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2795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Educating monkeys and their communities about the dangers of drugs is vital.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Prevention programs can help reduce drug use among animals.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Support systems are essential for those struggling with addiction.</a:t>
            </a:r>
          </a:p>
        </p:txBody>
      </p:sp>
      <p:pic>
        <p:nvPicPr>
          <p:cNvPr id="966034" name="TopicImage"/>
          <p:cNvPicPr/>
          <p:nvPr/>
        </p:nvPicPr>
        <p:blipFill>
          <a:blip xmlns:r="http://schemas.openxmlformats.org/officeDocument/2006/relationships" xmlns:a="http://schemas.openxmlformats.org/drawingml/2006/main" r:embed="Ra79a3c8673874b9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389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4511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079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5878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Almawz Kam's story is a reminder of the dangers of drug use.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highlights the importance of awareness and prevention.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Together, we can work towards a drug-free environment for all animals.</a:t>
            </a:r>
          </a:p>
        </p:txBody>
      </p:sp>
      <p:pic>
        <p:nvPicPr>
          <p:cNvPr id="232301" name="TopicImage"/>
          <p:cNvPicPr/>
          <p:nvPr/>
        </p:nvPicPr>
        <p:blipFill>
          <a:blip xmlns:r="http://schemas.openxmlformats.org/officeDocument/2006/relationships" xmlns:a="http://schemas.openxmlformats.org/drawingml/2006/main" r:embed="Rb8865a97508a42e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