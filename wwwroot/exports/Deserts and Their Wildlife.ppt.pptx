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c9a5e1f07fd47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16f54068af428f"/>
  </p:sldMasterIdLst>
  <p:sldIdLst>
    <p:sldId xmlns:r="http://schemas.openxmlformats.org/officeDocument/2006/relationships" id="256" r:id="R4e914785df5a4534"/>
    <p:sldId xmlns:r="http://schemas.openxmlformats.org/officeDocument/2006/relationships" id="257" r:id="R69980680a0ea4c50"/>
    <p:sldId xmlns:r="http://schemas.openxmlformats.org/officeDocument/2006/relationships" id="258" r:id="Rdf214ee6824e4b00"/>
    <p:sldId xmlns:r="http://schemas.openxmlformats.org/officeDocument/2006/relationships" id="259" r:id="R93ae9e1ebdbd4e1a"/>
    <p:sldId xmlns:r="http://schemas.openxmlformats.org/officeDocument/2006/relationships" id="260" r:id="R5875b1986b5f4eb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6f54068af428f" /><Relationship Type="http://schemas.openxmlformats.org/officeDocument/2006/relationships/slide" Target="/ppt/slides/slide1.xml" Id="R4e914785df5a4534" /><Relationship Type="http://schemas.openxmlformats.org/officeDocument/2006/relationships/slide" Target="/ppt/slides/slide2.xml" Id="R69980680a0ea4c50" /><Relationship Type="http://schemas.openxmlformats.org/officeDocument/2006/relationships/slide" Target="/ppt/slides/slide3.xml" Id="Rdf214ee6824e4b00" /><Relationship Type="http://schemas.openxmlformats.org/officeDocument/2006/relationships/slide" Target="/ppt/slides/slide4.xml" Id="R93ae9e1ebdbd4e1a" /><Relationship Type="http://schemas.openxmlformats.org/officeDocument/2006/relationships/slide" Target="/ppt/slides/slide5.xml" Id="R5875b1986b5f4eb0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99cfd88543db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e2772d9e4486" /><Relationship Type="http://schemas.openxmlformats.org/officeDocument/2006/relationships/image" Target="/ppt/media/image.jpg" Id="Rabdabe6c32fe44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047732f34b14" /><Relationship Type="http://schemas.openxmlformats.org/officeDocument/2006/relationships/image" Target="/ppt/media/image2.jpg" Id="R198eeba759524c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08ef569d4eb1" /><Relationship Type="http://schemas.openxmlformats.org/officeDocument/2006/relationships/image" Target="/ppt/media/image3.jpg" Id="R665a7f44011d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ea35648224039" /><Relationship Type="http://schemas.openxmlformats.org/officeDocument/2006/relationships/image" Target="/ppt/media/image4.jpg" Id="R83776c6ca19541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528d2933241bd" /><Relationship Type="http://schemas.openxmlformats.org/officeDocument/2006/relationships/image" Target="/ppt/media/image5.jpg" Id="R744dce21fbc94136" /></Relationships>
</file>

<file path=ppt/slides/slide1.xml><?xml version="1.0" encoding="utf-8"?>
<p:sld xmlns:p="http://schemas.openxmlformats.org/presentationml/2006/main">
  <p:cSld>
    <p:spTree>
      <p:sp>
        <p:nvSpPr>
          <p:cNvPr id="9951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SandyBrown"/>
          </a:solidFill>
        </p:spPr>
      </p:sp>
      <p:sp>
        <p:nvSpPr>
          <p:cNvPr id="435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Deserts</a:t>
            </a:r>
          </a:p>
        </p:txBody>
      </p:sp>
      <p:sp>
        <p:nvSpPr>
          <p:cNvPr id="3609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rkGoldenRod"/>
          </a:solidFill>
        </p:spPr>
      </p:sp>
      <p:sp>
        <p:nvSpPr>
          <p:cNvPr id="807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Definition of deserts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Types of deserts (hot, cold, coastal, etc.)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deserts in the ecosystem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Overview of desert climates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Unique features of desert landscapes</a:t>
            </a:r>
          </a:p>
        </p:txBody>
      </p:sp>
      <p:pic>
        <p:nvPicPr>
          <p:cNvPr id="177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abdabe6c32fe441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2204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SandyBrown"/>
          </a:solidFill>
        </p:spPr>
      </p:sp>
      <p:sp>
        <p:nvSpPr>
          <p:cNvPr id="150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Flora of Deserts</a:t>
            </a:r>
          </a:p>
        </p:txBody>
      </p:sp>
      <p:sp>
        <p:nvSpPr>
          <p:cNvPr id="100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rkGoldenRod"/>
          </a:solidFill>
        </p:spPr>
      </p:sp>
      <p:sp>
        <p:nvSpPr>
          <p:cNvPr id="602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Types of plants found in deserts (cacti, succulents)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Adaptations of desert plants (water storage, drought resistance)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Role of plants in desert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Examples of specific desert flora (e.g., Joshua tree)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plant life for wildlife</a:t>
            </a:r>
          </a:p>
        </p:txBody>
      </p:sp>
      <p:pic>
        <p:nvPicPr>
          <p:cNvPr id="31320" name="TopicImage"/>
          <p:cNvPicPr/>
          <p:nvPr/>
        </p:nvPicPr>
        <p:blipFill>
          <a:blip xmlns:r="http://schemas.openxmlformats.org/officeDocument/2006/relationships" xmlns:a="http://schemas.openxmlformats.org/drawingml/2006/main" r:embed="R198eeba759524c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794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SandyBrown"/>
          </a:solidFill>
        </p:spPr>
      </p:sp>
      <p:sp>
        <p:nvSpPr>
          <p:cNvPr id="489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Fauna of Deserts</a:t>
            </a:r>
          </a:p>
        </p:txBody>
      </p:sp>
      <p:sp>
        <p:nvSpPr>
          <p:cNvPr id="1976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rkGoldenRod"/>
          </a:solidFill>
        </p:spPr>
      </p:sp>
      <p:sp>
        <p:nvSpPr>
          <p:cNvPr id="365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Overview of animals that inhabit deserts (mammals, reptiles, birds)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Adaptations of desert animals (nocturnal behavior, water conservation)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Examples of specific desert fauna (e.g., fennec fox, rattlesnake)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Food chains in desert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biodiversity in deserts</a:t>
            </a:r>
          </a:p>
        </p:txBody>
      </p:sp>
      <p:pic>
        <p:nvPicPr>
          <p:cNvPr id="10651" name="TopicImage"/>
          <p:cNvPicPr/>
          <p:nvPr/>
        </p:nvPicPr>
        <p:blipFill>
          <a:blip xmlns:r="http://schemas.openxmlformats.org/officeDocument/2006/relationships" xmlns:a="http://schemas.openxmlformats.org/drawingml/2006/main" r:embed="R665a7f44011d4de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4615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SandyBrown"/>
          </a:solidFill>
        </p:spPr>
      </p:sp>
      <p:sp>
        <p:nvSpPr>
          <p:cNvPr id="833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Threats to Desert Ecosystems</a:t>
            </a:r>
          </a:p>
        </p:txBody>
      </p:sp>
      <p:sp>
        <p:nvSpPr>
          <p:cNvPr id="4319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rkGoldenRod"/>
          </a:solidFill>
        </p:spPr>
      </p:sp>
      <p:sp>
        <p:nvSpPr>
          <p:cNvPr id="9779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Human impact on desert environments (urbanization, pollution)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Climate change effects on desert wildlife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for desert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protecting desert habitats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Role of organizations in desert conservation</a:t>
            </a:r>
          </a:p>
        </p:txBody>
      </p:sp>
      <p:pic>
        <p:nvPicPr>
          <p:cNvPr id="2026" name="TopicImage"/>
          <p:cNvPicPr/>
          <p:nvPr/>
        </p:nvPicPr>
        <p:blipFill>
          <a:blip xmlns:r="http://schemas.openxmlformats.org/officeDocument/2006/relationships" xmlns:a="http://schemas.openxmlformats.org/drawingml/2006/main" r:embed="R83776c6ca195419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7698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SandyBrown"/>
          </a:solidFill>
        </p:spPr>
      </p:sp>
      <p:sp>
        <p:nvSpPr>
          <p:cNvPr id="967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96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rkGoldenRod"/>
          </a:solidFill>
        </p:spPr>
      </p:sp>
      <p:sp>
        <p:nvSpPr>
          <p:cNvPr id="777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Summary of key points about deserts and wildlife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deserts to the planet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Call to action for conservation efforts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Encouragement to learn more about desert ecosystems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Final thoughts on the beauty of deserts</a:t>
            </a:r>
          </a:p>
        </p:txBody>
      </p:sp>
      <p:pic>
        <p:nvPicPr>
          <p:cNvPr id="92672" name="TopicImage"/>
          <p:cNvPicPr/>
          <p:nvPr/>
        </p:nvPicPr>
        <p:blipFill>
          <a:blip xmlns:r="http://schemas.openxmlformats.org/officeDocument/2006/relationships" xmlns:a="http://schemas.openxmlformats.org/drawingml/2006/main" r:embed="R744dce21fbc941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