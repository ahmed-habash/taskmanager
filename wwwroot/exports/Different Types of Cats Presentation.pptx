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d06105d9e76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b40e61f8d5428a"/>
  </p:sldMasterIdLst>
  <p:sldIdLst>
    <p:sldId xmlns:r="http://schemas.openxmlformats.org/officeDocument/2006/relationships" id="256" r:id="Rd1ca1e2c2ac74f75"/>
    <p:sldId xmlns:r="http://schemas.openxmlformats.org/officeDocument/2006/relationships" id="257" r:id="R538ae178d778450a"/>
    <p:sldId xmlns:r="http://schemas.openxmlformats.org/officeDocument/2006/relationships" id="258" r:id="R8139d4afd29f4843"/>
    <p:sldId xmlns:r="http://schemas.openxmlformats.org/officeDocument/2006/relationships" id="259" r:id="R8ad9fa8b649c44a9"/>
    <p:sldId xmlns:r="http://schemas.openxmlformats.org/officeDocument/2006/relationships" id="260" r:id="Rbf0c9fbe0807441e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40e61f8d5428a" /><Relationship Type="http://schemas.openxmlformats.org/officeDocument/2006/relationships/slide" Target="/ppt/slides/slide1.xml" Id="Rd1ca1e2c2ac74f75" /><Relationship Type="http://schemas.openxmlformats.org/officeDocument/2006/relationships/slide" Target="/ppt/slides/slide2.xml" Id="R538ae178d778450a" /><Relationship Type="http://schemas.openxmlformats.org/officeDocument/2006/relationships/slide" Target="/ppt/slides/slide3.xml" Id="R8139d4afd29f4843" /><Relationship Type="http://schemas.openxmlformats.org/officeDocument/2006/relationships/slide" Target="/ppt/slides/slide4.xml" Id="R8ad9fa8b649c44a9" /><Relationship Type="http://schemas.openxmlformats.org/officeDocument/2006/relationships/slide" Target="/ppt/slides/slide5.xml" Id="Rbf0c9fbe0807441e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f1943ae984e8b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fd63253234578" /><Relationship Type="http://schemas.openxmlformats.org/officeDocument/2006/relationships/image" Target="/ppt/media/image.jpg" Id="R492b87c3eee145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9957e488b4e37" /><Relationship Type="http://schemas.openxmlformats.org/officeDocument/2006/relationships/image" Target="/ppt/media/image2.jpg" Id="R89d98df17c1e4e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f6fa443ec46f1" /><Relationship Type="http://schemas.openxmlformats.org/officeDocument/2006/relationships/image" Target="/ppt/media/image3.jpg" Id="R2ded113e65474a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10b904e8c4db9" /><Relationship Type="http://schemas.openxmlformats.org/officeDocument/2006/relationships/image" Target="/ppt/media/image4.jpg" Id="R31febacc7d5746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c58f966b04b4a" /><Relationship Type="http://schemas.openxmlformats.org/officeDocument/2006/relationships/image" Target="/ppt/media/image5.jpg" Id="Rf8409c42407b4c2f" /></Relationships>
</file>

<file path=ppt/slides/slide1.xml><?xml version="1.0" encoding="utf-8"?>
<p:sld xmlns:p="http://schemas.openxmlformats.org/presentationml/2006/main">
  <p:cSld>
    <p:spTree>
      <p:sp>
        <p:nvSpPr>
          <p:cNvPr id="5988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1029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Cat Breeds</a:t>
            </a:r>
          </a:p>
        </p:txBody>
      </p:sp>
      <p:sp>
        <p:nvSpPr>
          <p:cNvPr id="4197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</p:spPr>
      </p:sp>
      <p:sp>
        <p:nvSpPr>
          <p:cNvPr id="6115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Cats are one of the most popular pets worldwide.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There are over 70 recognized cat breeds.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Each breed has its unique characteristics and traits.</a:t>
            </a:r>
          </a:p>
        </p:txBody>
      </p:sp>
      <p:pic>
        <p:nvPicPr>
          <p:cNvPr id="47433" name="TopicImage"/>
          <p:cNvPicPr/>
          <p:nvPr/>
        </p:nvPicPr>
        <p:blipFill>
          <a:blip xmlns:r="http://schemas.openxmlformats.org/officeDocument/2006/relationships" xmlns:a="http://schemas.openxmlformats.org/drawingml/2006/main" r:embed="R492b87c3eee1456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4469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6599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Domestic Shorthair</a:t>
            </a:r>
          </a:p>
        </p:txBody>
      </p:sp>
      <p:sp>
        <p:nvSpPr>
          <p:cNvPr id="1967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</p:spPr>
      </p:sp>
      <p:sp>
        <p:nvSpPr>
          <p:cNvPr id="2663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Domestic Shorthair is not a specific breed but a category.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Known for their playful and friendly nature.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come in various colors and patterns.</a:t>
            </a:r>
          </a:p>
        </p:txBody>
      </p:sp>
      <p:pic>
        <p:nvPicPr>
          <p:cNvPr id="98675" name="TopicImage"/>
          <p:cNvPicPr/>
          <p:nvPr/>
        </p:nvPicPr>
        <p:blipFill>
          <a:blip xmlns:r="http://schemas.openxmlformats.org/officeDocument/2006/relationships" xmlns:a="http://schemas.openxmlformats.org/drawingml/2006/main" r:embed="R89d98df17c1e4e5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5274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9255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Siamese Cats</a:t>
            </a:r>
          </a:p>
        </p:txBody>
      </p:sp>
      <p:sp>
        <p:nvSpPr>
          <p:cNvPr id="1352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</p:spPr>
      </p:sp>
      <p:sp>
        <p:nvSpPr>
          <p:cNvPr id="90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Siamese cats are known for their striking blue eyes.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very vocal and enjoy interacting with their owners.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Their coat is short and sleek, with color points on ears, face, paws, and tail.</a:t>
            </a:r>
          </a:p>
        </p:txBody>
      </p:sp>
      <p:pic>
        <p:nvPicPr>
          <p:cNvPr id="99288" name="TopicImage"/>
          <p:cNvPicPr/>
          <p:nvPr/>
        </p:nvPicPr>
        <p:blipFill>
          <a:blip xmlns:r="http://schemas.openxmlformats.org/officeDocument/2006/relationships" xmlns:a="http://schemas.openxmlformats.org/drawingml/2006/main" r:embed="R2ded113e65474ae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7709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1454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Persian Cats</a:t>
            </a:r>
          </a:p>
        </p:txBody>
      </p:sp>
      <p:sp>
        <p:nvSpPr>
          <p:cNvPr id="7133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</p:spPr>
      </p:sp>
      <p:sp>
        <p:nvSpPr>
          <p:cNvPr id="6410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Persian cats have long, luxurious fur and a flat face.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known for their calm and gentle temperament.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Require regular grooming to maintain their coat.</a:t>
            </a:r>
          </a:p>
        </p:txBody>
      </p:sp>
      <p:pic>
        <p:nvPicPr>
          <p:cNvPr id="12593" name="TopicImage"/>
          <p:cNvPicPr/>
          <p:nvPr/>
        </p:nvPicPr>
        <p:blipFill>
          <a:blip xmlns:r="http://schemas.openxmlformats.org/officeDocument/2006/relationships" xmlns:a="http://schemas.openxmlformats.org/drawingml/2006/main" r:embed="R31febacc7d57468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1380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4554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Maine Coon</a:t>
            </a:r>
          </a:p>
        </p:txBody>
      </p:sp>
      <p:sp>
        <p:nvSpPr>
          <p:cNvPr id="3543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</p:spPr>
      </p:sp>
      <p:sp>
        <p:nvSpPr>
          <p:cNvPr id="5178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Maine Coons are one of the largest domestic cat breeds.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known for their friendly and sociable nature.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Have tufted ears and bushy tails, suited for cold climates.</a:t>
            </a:r>
          </a:p>
        </p:txBody>
      </p:sp>
      <p:pic>
        <p:nvPicPr>
          <p:cNvPr id="52817" name="TopicImage"/>
          <p:cNvPicPr/>
          <p:nvPr/>
        </p:nvPicPr>
        <p:blipFill>
          <a:blip xmlns:r="http://schemas.openxmlformats.org/officeDocument/2006/relationships" xmlns:a="http://schemas.openxmlformats.org/drawingml/2006/main" r:embed="Rf8409c42407b4c2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