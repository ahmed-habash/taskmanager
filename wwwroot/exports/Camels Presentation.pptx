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jpg" ContentType="image/jpeg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3d2270497da04d7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6c560d1fe8643a4"/>
  </p:sldMasterIdLst>
  <p:sldIdLst>
    <p:sldId xmlns:r="http://schemas.openxmlformats.org/officeDocument/2006/relationships" id="256" r:id="Rbb8dde0428c344b7"/>
    <p:sldId xmlns:r="http://schemas.openxmlformats.org/officeDocument/2006/relationships" id="257" r:id="R3cac07c6fad848b2"/>
    <p:sldId xmlns:r="http://schemas.openxmlformats.org/officeDocument/2006/relationships" id="258" r:id="R931ae8d3f9844c62"/>
    <p:sldId xmlns:r="http://schemas.openxmlformats.org/officeDocument/2006/relationships" id="259" r:id="R07164e8f5a4a4622"/>
    <p:sldId xmlns:r="http://schemas.openxmlformats.org/officeDocument/2006/relationships" id="260" r:id="Re22b74a4a1d540ad"/>
  </p:sldIdLst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c560d1fe8643a4" /><Relationship Type="http://schemas.openxmlformats.org/officeDocument/2006/relationships/slide" Target="/ppt/slides/slide1.xml" Id="Rbb8dde0428c344b7" /><Relationship Type="http://schemas.openxmlformats.org/officeDocument/2006/relationships/slide" Target="/ppt/slides/slide2.xml" Id="R3cac07c6fad848b2" /><Relationship Type="http://schemas.openxmlformats.org/officeDocument/2006/relationships/slide" Target="/ppt/slides/slide3.xml" Id="R931ae8d3f9844c62" /><Relationship Type="http://schemas.openxmlformats.org/officeDocument/2006/relationships/slide" Target="/ppt/slides/slide4.xml" Id="R07164e8f5a4a4622" /><Relationship Type="http://schemas.openxmlformats.org/officeDocument/2006/relationships/slide" Target="/ppt/slides/slide5.xml" Id="Re22b74a4a1d540ad" /></Relationships>
</file>

<file path=ppt/slideLayouts/slideLayout1.xml><?xml version="1.0" encoding="utf-8"?>
<p:sldLayout xmlns:p="http://schemas.openxmlformats.org/presentationml/2006/main">
  <p:cSld>
    <p:spTree/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92f3abfe1747ce" /></Relationships>
</file>

<file path=ppt/slideMasters/slideMaster1.xml><?xml version="1.0" encoding="utf-8"?>
<p:sldMaster xmlns:p="http://schemas.openxmlformats.org/presentationml/2006/main">
  <p:cSld>
    <p:spTree/>
  </p:cSld>
  <p:clrMap bg1="lt1" tx1="dk1" bg2="lt2" tx2="dk2" accent1="accent1" accent2="accent2" accent3="accent3" accent4="accent4" accent5="accent5" accent6="accent6" hlink="hlink" folHlink="folHlink"/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5a522d51564ed8" /><Relationship Type="http://schemas.openxmlformats.org/officeDocument/2006/relationships/image" Target="/ppt/media/image.jpg" Id="R1d5ec9110c9447d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f910ec74a94d33" /><Relationship Type="http://schemas.openxmlformats.org/officeDocument/2006/relationships/image" Target="/ppt/media/image2.jpg" Id="Rc74b2d09416c47c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143a2763da4bdb" /><Relationship Type="http://schemas.openxmlformats.org/officeDocument/2006/relationships/image" Target="/ppt/media/image3.jpg" Id="Rb8ab11e25f6b461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234ee250244f5f" /><Relationship Type="http://schemas.openxmlformats.org/officeDocument/2006/relationships/image" Target="/ppt/media/image4.jpg" Id="R9855a55d138544b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4266ea461e4361" /><Relationship Type="http://schemas.openxmlformats.org/officeDocument/2006/relationships/image" Target="/ppt/media/image5.jpg" Id="Rc7e37e7e3d9d4b04" /></Relationships>
</file>

<file path=ppt/slides/slide1.xml><?xml version="1.0" encoding="utf-8"?>
<p:sld xmlns:p="http://schemas.openxmlformats.org/presentationml/2006/main">
  <p:cSld>
    <p:spTree>
      <p:sp>
        <p:nvSpPr>
          <p:cNvPr id="26773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B48C"/>
          </a:solidFill>
        </p:spPr>
      </p:sp>
      <p:sp>
        <p:nvSpPr>
          <p:cNvPr id="86782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Introduction to Camels</a:t>
            </a:r>
          </a:p>
        </p:txBody>
      </p:sp>
      <p:sp>
        <p:nvSpPr>
          <p:cNvPr id="20830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4513"/>
          </a:solidFill>
        </p:spPr>
      </p:sp>
      <p:sp>
        <p:nvSpPr>
          <p:cNvPr id="35166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Camels are large mammals known for their distinctive humps and adaptability to arid environments.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They are often referred to as the 'ships of the desert' due to their ability to travel long distances in harsh conditions.</a:t>
            </a:r>
          </a:p>
        </p:txBody>
      </p:sp>
      <p:pic>
        <p:nvPicPr>
          <p:cNvPr id="82031" name="TopicImage"/>
          <p:cNvPicPr/>
          <p:nvPr/>
        </p:nvPicPr>
        <p:blipFill>
          <a:blip xmlns:r="http://schemas.openxmlformats.org/officeDocument/2006/relationships" xmlns:a="http://schemas.openxmlformats.org/drawingml/2006/main" r:embed="R1d5ec9110c9447de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2.xml><?xml version="1.0" encoding="utf-8"?>
<p:sld xmlns:p="http://schemas.openxmlformats.org/presentationml/2006/main">
  <p:cSld>
    <p:spTree>
      <p:sp>
        <p:nvSpPr>
          <p:cNvPr id="13304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B48C"/>
          </a:solidFill>
        </p:spPr>
      </p:sp>
      <p:sp>
        <p:nvSpPr>
          <p:cNvPr id="88387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Types of Camels</a:t>
            </a:r>
          </a:p>
        </p:txBody>
      </p:sp>
      <p:sp>
        <p:nvSpPr>
          <p:cNvPr id="48382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4513"/>
          </a:solidFill>
        </p:spPr>
      </p:sp>
      <p:sp>
        <p:nvSpPr>
          <p:cNvPr id="98481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There are two main species of camels: the Dromedary, which has one hump, and the Bactrian, which has two humps.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Dromedaries are more common and are primarily found in North Africa and the Middle East.</a:t>
            </a:r>
          </a:p>
        </p:txBody>
      </p:sp>
      <p:pic>
        <p:nvPicPr>
          <p:cNvPr id="96789" name="TopicImage"/>
          <p:cNvPicPr/>
          <p:nvPr/>
        </p:nvPicPr>
        <p:blipFill>
          <a:blip xmlns:r="http://schemas.openxmlformats.org/officeDocument/2006/relationships" xmlns:a="http://schemas.openxmlformats.org/drawingml/2006/main" r:embed="Rc74b2d09416c47c8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3.xml><?xml version="1.0" encoding="utf-8"?>
<p:sld xmlns:p="http://schemas.openxmlformats.org/presentationml/2006/main">
  <p:cSld>
    <p:spTree>
      <p:sp>
        <p:nvSpPr>
          <p:cNvPr id="6392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B48C"/>
          </a:solidFill>
        </p:spPr>
      </p:sp>
      <p:sp>
        <p:nvSpPr>
          <p:cNvPr id="96917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Adaptations to Desert Life</a:t>
            </a:r>
          </a:p>
        </p:txBody>
      </p:sp>
      <p:sp>
        <p:nvSpPr>
          <p:cNvPr id="31365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4513"/>
          </a:solidFill>
        </p:spPr>
      </p:sp>
      <p:sp>
        <p:nvSpPr>
          <p:cNvPr id="3865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Camels can survive without water for long periods, as they can drink up to 40 gallons in one go when needed.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Their bodies are adapted to withstand extreme heat, with specialized nasal passages that help conserve moisture.</a:t>
            </a:r>
          </a:p>
        </p:txBody>
      </p:sp>
      <p:pic>
        <p:nvPicPr>
          <p:cNvPr id="30220" name="TopicImage"/>
          <p:cNvPicPr/>
          <p:nvPr/>
        </p:nvPicPr>
        <p:blipFill>
          <a:blip xmlns:r="http://schemas.openxmlformats.org/officeDocument/2006/relationships" xmlns:a="http://schemas.openxmlformats.org/drawingml/2006/main" r:embed="Rb8ab11e25f6b461b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4.xml><?xml version="1.0" encoding="utf-8"?>
<p:sld xmlns:p="http://schemas.openxmlformats.org/presentationml/2006/main">
  <p:cSld>
    <p:spTree>
      <p:sp>
        <p:nvSpPr>
          <p:cNvPr id="21743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B48C"/>
          </a:solidFill>
        </p:spPr>
      </p:sp>
      <p:sp>
        <p:nvSpPr>
          <p:cNvPr id="14690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Importance to Humans</a:t>
            </a:r>
          </a:p>
        </p:txBody>
      </p:sp>
      <p:sp>
        <p:nvSpPr>
          <p:cNvPr id="77964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4513"/>
          </a:solidFill>
        </p:spPr>
      </p:sp>
      <p:sp>
        <p:nvSpPr>
          <p:cNvPr id="76903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Camels have been domesticated for thousands of years and are used for transportation, milk, and meat.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They play a crucial role in the livelihoods of many desert communities.</a:t>
            </a:r>
          </a:p>
        </p:txBody>
      </p:sp>
      <p:pic>
        <p:nvPicPr>
          <p:cNvPr id="75752" name="TopicImage"/>
          <p:cNvPicPr/>
          <p:nvPr/>
        </p:nvPicPr>
        <p:blipFill>
          <a:blip xmlns:r="http://schemas.openxmlformats.org/officeDocument/2006/relationships" xmlns:a="http://schemas.openxmlformats.org/drawingml/2006/main" r:embed="R9855a55d138544b5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5.xml><?xml version="1.0" encoding="utf-8"?>
<p:sld xmlns:p="http://schemas.openxmlformats.org/presentationml/2006/main">
  <p:cSld>
    <p:spTree>
      <p:sp>
        <p:nvSpPr>
          <p:cNvPr id="11509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B48C"/>
          </a:solidFill>
        </p:spPr>
      </p:sp>
      <p:sp>
        <p:nvSpPr>
          <p:cNvPr id="33466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Conservation Status</a:t>
            </a:r>
          </a:p>
        </p:txBody>
      </p:sp>
      <p:sp>
        <p:nvSpPr>
          <p:cNvPr id="34956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4513"/>
          </a:solidFill>
        </p:spPr>
      </p:sp>
      <p:sp>
        <p:nvSpPr>
          <p:cNvPr id="97107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Some camel species are facing threats due to habitat loss and climate change.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Conservation efforts are essential to protect these unique animals and their ecosystems.</a:t>
            </a:r>
          </a:p>
        </p:txBody>
      </p:sp>
      <p:pic>
        <p:nvPicPr>
          <p:cNvPr id="54329" name="TopicImage"/>
          <p:cNvPicPr/>
          <p:nvPr/>
        </p:nvPicPr>
        <p:blipFill>
          <a:blip xmlns:r="http://schemas.openxmlformats.org/officeDocument/2006/relationships" xmlns:a="http://schemas.openxmlformats.org/drawingml/2006/main" r:embed="Rc7e37e7e3d9d4b04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