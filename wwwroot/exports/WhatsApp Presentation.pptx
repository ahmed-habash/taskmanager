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a23114dfa742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175d2cb1b94d4d"/>
  </p:sldMasterIdLst>
  <p:sldIdLst>
    <p:sldId xmlns:r="http://schemas.openxmlformats.org/officeDocument/2006/relationships" id="256" r:id="Rcb971731df844f7d"/>
    <p:sldId xmlns:r="http://schemas.openxmlformats.org/officeDocument/2006/relationships" id="257" r:id="Rd56c422432744031"/>
    <p:sldId xmlns:r="http://schemas.openxmlformats.org/officeDocument/2006/relationships" id="258" r:id="Ra44eb15304b54a5e"/>
    <p:sldId xmlns:r="http://schemas.openxmlformats.org/officeDocument/2006/relationships" id="259" r:id="R4bb95d41d8c141d0"/>
    <p:sldId xmlns:r="http://schemas.openxmlformats.org/officeDocument/2006/relationships" id="260" r:id="Rce1a2ea31ad64a68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75d2cb1b94d4d" /><Relationship Type="http://schemas.openxmlformats.org/officeDocument/2006/relationships/slide" Target="/ppt/slides/slide1.xml" Id="Rcb971731df844f7d" /><Relationship Type="http://schemas.openxmlformats.org/officeDocument/2006/relationships/slide" Target="/ppt/slides/slide2.xml" Id="Rd56c422432744031" /><Relationship Type="http://schemas.openxmlformats.org/officeDocument/2006/relationships/slide" Target="/ppt/slides/slide3.xml" Id="Ra44eb15304b54a5e" /><Relationship Type="http://schemas.openxmlformats.org/officeDocument/2006/relationships/slide" Target="/ppt/slides/slide4.xml" Id="R4bb95d41d8c141d0" /><Relationship Type="http://schemas.openxmlformats.org/officeDocument/2006/relationships/slide" Target="/ppt/slides/slide5.xml" Id="Rce1a2ea31ad64a68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15287353b46e3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f0924786b4926" /><Relationship Type="http://schemas.openxmlformats.org/officeDocument/2006/relationships/image" Target="/ppt/media/image.jpg" Id="R15f5c37a425a41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9e6c47f694a2b" /><Relationship Type="http://schemas.openxmlformats.org/officeDocument/2006/relationships/image" Target="/ppt/media/image2.jpg" Id="R7d3c815bf0bf4b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8ea042374ee8" /><Relationship Type="http://schemas.openxmlformats.org/officeDocument/2006/relationships/image" Target="/ppt/media/image3.jpg" Id="R2e38af8b4bc947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bac13befe45e5" /><Relationship Type="http://schemas.openxmlformats.org/officeDocument/2006/relationships/image" Target="/ppt/media/image4.jpg" Id="Ra84a8fb81d0d43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926af38294764" /><Relationship Type="http://schemas.openxmlformats.org/officeDocument/2006/relationships/image" Target="/ppt/media/image5.jpg" Id="Radc4d3aea43547f6" /></Relationships>
</file>

<file path=ppt/slides/slide1.xml><?xml version="1.0" encoding="utf-8"?>
<p:sld xmlns:p="http://schemas.openxmlformats.org/presentationml/2006/main">
  <p:cSld>
    <p:spTree>
      <p:sp>
        <p:nvSpPr>
          <p:cNvPr id="1910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366"/>
          </a:solidFill>
        </p:spPr>
      </p:sp>
      <p:sp>
        <p:nvSpPr>
          <p:cNvPr id="267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WhatsApp</a:t>
            </a:r>
          </a:p>
        </p:txBody>
      </p:sp>
      <p:sp>
        <p:nvSpPr>
          <p:cNvPr id="7798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FF"/>
          </a:solidFill>
        </p:spPr>
      </p:sp>
      <p:sp>
        <p:nvSpPr>
          <p:cNvPr id="169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WhatsApp is a messaging app launched in 2009.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allows users to send text messages, voice messages, images, and videos.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Owned by Facebook since 2014.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Available on multiple platforms including iOS, Android, and web.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 2 billion users worldwide.</a:t>
            </a:r>
          </a:p>
        </p:txBody>
      </p:sp>
      <p:pic>
        <p:nvPicPr>
          <p:cNvPr id="18025" name="TopicImage"/>
          <p:cNvPicPr/>
          <p:nvPr/>
        </p:nvPicPr>
        <p:blipFill>
          <a:blip xmlns:r="http://schemas.openxmlformats.org/officeDocument/2006/relationships" xmlns:a="http://schemas.openxmlformats.org/drawingml/2006/main" r:embed="R15f5c37a425a410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1462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366"/>
          </a:solidFill>
        </p:spPr>
      </p:sp>
      <p:sp>
        <p:nvSpPr>
          <p:cNvPr id="49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004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FF"/>
          </a:solidFill>
        </p:spPr>
      </p:sp>
      <p:sp>
        <p:nvSpPr>
          <p:cNvPr id="216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End-to-end encryption for secure messaging.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Voice and video calling capabilities.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Group chats for up to 256 participants.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Status feature for sharing updates with contacts.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Integration with other Facebook services.</a:t>
            </a:r>
          </a:p>
        </p:txBody>
      </p:sp>
      <p:pic>
        <p:nvPicPr>
          <p:cNvPr id="90239" name="TopicImage"/>
          <p:cNvPicPr/>
          <p:nvPr/>
        </p:nvPicPr>
        <p:blipFill>
          <a:blip xmlns:r="http://schemas.openxmlformats.org/officeDocument/2006/relationships" xmlns:a="http://schemas.openxmlformats.org/drawingml/2006/main" r:embed="R7d3c815bf0bf4b4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1197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366"/>
          </a:solidFill>
        </p:spPr>
      </p:sp>
      <p:sp>
        <p:nvSpPr>
          <p:cNvPr id="673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Business Use</a:t>
            </a:r>
          </a:p>
        </p:txBody>
      </p:sp>
      <p:sp>
        <p:nvSpPr>
          <p:cNvPr id="3056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FF"/>
          </a:solidFill>
        </p:spPr>
      </p:sp>
      <p:sp>
        <p:nvSpPr>
          <p:cNvPr id="620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WhatsApp Business app for small businesses.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Allows businesses to communicate with customers directly.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Features like automated replies and business profiles.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Used for customer support and marketing.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Growing trend of businesses using messaging apps.</a:t>
            </a:r>
          </a:p>
        </p:txBody>
      </p:sp>
      <p:pic>
        <p:nvPicPr>
          <p:cNvPr id="76994" name="TopicImage"/>
          <p:cNvPicPr/>
          <p:nvPr/>
        </p:nvPicPr>
        <p:blipFill>
          <a:blip xmlns:r="http://schemas.openxmlformats.org/officeDocument/2006/relationships" xmlns:a="http://schemas.openxmlformats.org/drawingml/2006/main" r:embed="R2e38af8b4bc9476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1992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366"/>
          </a:solidFill>
        </p:spPr>
      </p:sp>
      <p:sp>
        <p:nvSpPr>
          <p:cNvPr id="437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Privacy Concerns</a:t>
            </a:r>
          </a:p>
        </p:txBody>
      </p:sp>
      <p:sp>
        <p:nvSpPr>
          <p:cNvPr id="198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FF"/>
          </a:solidFill>
        </p:spPr>
      </p:sp>
      <p:sp>
        <p:nvSpPr>
          <p:cNvPr id="226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Controversy over data sharing with Facebook.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User concerns about privacy and security.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WhatsApp's response to privacy issues.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user awareness regarding data settings.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Ongoing discussions about regulation of messaging apps.</a:t>
            </a:r>
          </a:p>
        </p:txBody>
      </p:sp>
      <p:pic>
        <p:nvPicPr>
          <p:cNvPr id="7757" name="TopicImage"/>
          <p:cNvPicPr/>
          <p:nvPr/>
        </p:nvPicPr>
        <p:blipFill>
          <a:blip xmlns:r="http://schemas.openxmlformats.org/officeDocument/2006/relationships" xmlns:a="http://schemas.openxmlformats.org/drawingml/2006/main" r:embed="Ra84a8fb81d0d43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7016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366"/>
          </a:solidFill>
        </p:spPr>
      </p:sp>
      <p:sp>
        <p:nvSpPr>
          <p:cNvPr id="5723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Future of WhatsApp</a:t>
            </a:r>
          </a:p>
        </p:txBody>
      </p:sp>
      <p:sp>
        <p:nvSpPr>
          <p:cNvPr id="5898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FF"/>
          </a:solidFill>
        </p:spPr>
      </p:sp>
      <p:sp>
        <p:nvSpPr>
          <p:cNvPr id="1726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Continuous updates and feature enhancements.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Potential for new business tools and integrations.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Focus on improving user experience and security.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Expansion into new markets and demographics.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role of messaging apps in digital communication.</a:t>
            </a:r>
          </a:p>
        </p:txBody>
      </p:sp>
      <p:pic>
        <p:nvPicPr>
          <p:cNvPr id="9541" name="TopicImage"/>
          <p:cNvPicPr/>
          <p:nvPr/>
        </p:nvPicPr>
        <p:blipFill>
          <a:blip xmlns:r="http://schemas.openxmlformats.org/officeDocument/2006/relationships" xmlns:a="http://schemas.openxmlformats.org/drawingml/2006/main" r:embed="Radc4d3aea43547f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