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bcd53ef6a0649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150daff8e4524"/>
  </p:sldMasterIdLst>
  <p:sldIdLst>
    <p:sldId xmlns:r="http://schemas.openxmlformats.org/officeDocument/2006/relationships" id="256" r:id="R113572b34ab045ec"/>
    <p:sldId xmlns:r="http://schemas.openxmlformats.org/officeDocument/2006/relationships" id="257" r:id="R3da41bcef81e4072"/>
    <p:sldId xmlns:r="http://schemas.openxmlformats.org/officeDocument/2006/relationships" id="258" r:id="Rde1d7744818e4051"/>
    <p:sldId xmlns:r="http://schemas.openxmlformats.org/officeDocument/2006/relationships" id="259" r:id="Rda5f54856dc34338"/>
    <p:sldId xmlns:r="http://schemas.openxmlformats.org/officeDocument/2006/relationships" id="260" r:id="R968be4cab46843e6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b119a2341b2149f3" /><Relationship Type="http://schemas.openxmlformats.org/officeDocument/2006/relationships/viewProps" Target="/ppt/viewProps.xml" Id="R187168b962c748ef" /><Relationship Type="http://schemas.openxmlformats.org/officeDocument/2006/relationships/slideMaster" Target="/ppt/slideMasters/slideMaster1.xml" Id="Rc92150daff8e4524" /><Relationship Type="http://schemas.openxmlformats.org/officeDocument/2006/relationships/slide" Target="/ppt/slides/slide1.xml" Id="R113572b34ab045ec" /><Relationship Type="http://schemas.openxmlformats.org/officeDocument/2006/relationships/slide" Target="/ppt/slides/slide2.xml" Id="R3da41bcef81e4072" /><Relationship Type="http://schemas.openxmlformats.org/officeDocument/2006/relationships/slide" Target="/ppt/slides/slide3.xml" Id="Rde1d7744818e4051" /><Relationship Type="http://schemas.openxmlformats.org/officeDocument/2006/relationships/slide" Target="/ppt/slides/slide4.xml" Id="Rda5f54856dc34338" /><Relationship Type="http://schemas.openxmlformats.org/officeDocument/2006/relationships/slide" Target="/ppt/slides/slide5.xml" Id="R968be4cab46843e6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29cb809c4234dac" /><Relationship Type="http://schemas.openxmlformats.org/officeDocument/2006/relationships/slideLayout" Target="/ppt/slideLayouts/slideLayout1.xml" Id="Rabdb613e43c7401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db613e43c7401e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295c1410e4fac" /><Relationship Type="http://schemas.openxmlformats.org/officeDocument/2006/relationships/image" Target="/ppt/media/image.jpg" Id="Rac1332dd9ceb4e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fbd714f7f48ea" /><Relationship Type="http://schemas.openxmlformats.org/officeDocument/2006/relationships/image" Target="/ppt/media/image2.jpg" Id="Ra1cd8ab82c9b4d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1ae89966e436c" /><Relationship Type="http://schemas.openxmlformats.org/officeDocument/2006/relationships/image" Target="/ppt/media/image3.jpg" Id="Raf506cbd52a74a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19767321544f8" /><Relationship Type="http://schemas.openxmlformats.org/officeDocument/2006/relationships/image" Target="/ppt/media/image4.jpg" Id="R1e0b8f62842f41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536eed7c64555" /><Relationship Type="http://schemas.openxmlformats.org/officeDocument/2006/relationships/image" Target="/ppt/media/image5.jpg" Id="R80c6100d2f374b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414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305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the Strict Female Teacher</a:t>
            </a:r>
          </a:p>
        </p:txBody>
      </p:sp>
      <p:sp>
        <p:nvSpPr>
          <p:cNvPr id="78311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726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 strict female teacher is often characterized by her disciplined approach to education.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She sets high expectations for her students and maintains a structured environment.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Her teaching style can significantly impact student learning and behavior.</a:t>
            </a:r>
          </a:p>
        </p:txBody>
      </p:sp>
      <p:pic>
        <p:nvPicPr>
          <p:cNvPr id="263391" name="TopicImage"/>
          <p:cNvPicPr/>
          <p:nvPr/>
        </p:nvPicPr>
        <p:blipFill>
          <a:blip xmlns:r="http://schemas.openxmlformats.org/officeDocument/2006/relationships" xmlns:a="http://schemas.openxmlformats.org/drawingml/2006/main" r:embed="Rac1332dd9ceb4e1a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559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11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Characteristics of a Strict Teacher</a:t>
            </a:r>
          </a:p>
        </p:txBody>
      </p:sp>
      <p:sp>
        <p:nvSpPr>
          <p:cNvPr id="93134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441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Strict female teachers are known for their clear rules and guidelines.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enforce classroom management techniques to maintain order.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Their authoritative presence can foster respect among students.</a:t>
            </a:r>
          </a:p>
        </p:txBody>
      </p:sp>
      <p:pic>
        <p:nvPicPr>
          <p:cNvPr id="455847" name="TopicImage"/>
          <p:cNvPicPr/>
          <p:nvPr/>
        </p:nvPicPr>
        <p:blipFill>
          <a:blip xmlns:r="http://schemas.openxmlformats.org/officeDocument/2006/relationships" xmlns:a="http://schemas.openxmlformats.org/drawingml/2006/main" r:embed="Ra1cd8ab82c9b4d9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11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7686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Teaching Style</a:t>
            </a:r>
          </a:p>
        </p:txBody>
      </p:sp>
      <p:sp>
        <p:nvSpPr>
          <p:cNvPr id="71938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0202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 strict teacher often relies on structured lessons and detailed assignments.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She may prioritize assessments to evaluate student understanding.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Her teaching style can include direct instruction and minimal leniency.</a:t>
            </a:r>
          </a:p>
        </p:txBody>
      </p:sp>
      <p:pic>
        <p:nvPicPr>
          <p:cNvPr id="205589" name="TopicImage"/>
          <p:cNvPicPr/>
          <p:nvPr/>
        </p:nvPicPr>
        <p:blipFill>
          <a:blip xmlns:r="http://schemas.openxmlformats.org/officeDocument/2006/relationships" xmlns:a="http://schemas.openxmlformats.org/drawingml/2006/main" r:embed="Raf506cbd52a74a7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232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5798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Impact on Students</a:t>
            </a:r>
          </a:p>
        </p:txBody>
      </p:sp>
      <p:sp>
        <p:nvSpPr>
          <p:cNvPr id="63900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0672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Students may respond positively to the discipline and structure provided.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 strict teacher can motivate students to achieve their best.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However, some students may feel intimidated or anxious in her presence.</a:t>
            </a:r>
          </a:p>
        </p:txBody>
      </p:sp>
      <p:pic>
        <p:nvPicPr>
          <p:cNvPr id="531231" name="TopicImage"/>
          <p:cNvPicPr/>
          <p:nvPr/>
        </p:nvPicPr>
        <p:blipFill>
          <a:blip xmlns:r="http://schemas.openxmlformats.org/officeDocument/2006/relationships" xmlns:a="http://schemas.openxmlformats.org/drawingml/2006/main" r:embed="R1e0b8f62842f41a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68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2323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Balancing Strictness with Support</a:t>
            </a:r>
          </a:p>
        </p:txBody>
      </p:sp>
      <p:sp>
        <p:nvSpPr>
          <p:cNvPr id="39112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26018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While being strict, it’s important for the teacher to show support and understanding.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Building rapport with students can enhance their learning experience.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 balance between discipline and encouragement can lead to a positive classroom environment.</a:t>
            </a:r>
          </a:p>
        </p:txBody>
      </p:sp>
      <p:pic>
        <p:nvPicPr>
          <p:cNvPr id="304061" name="TopicImage"/>
          <p:cNvPicPr/>
          <p:nvPr/>
        </p:nvPicPr>
        <p:blipFill>
          <a:blip xmlns:r="http://schemas.openxmlformats.org/officeDocument/2006/relationships" xmlns:a="http://schemas.openxmlformats.org/drawingml/2006/main" r:embed="R80c6100d2f374b4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