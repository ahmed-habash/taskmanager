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b7bce751a142cb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7dcff111b94f4958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7dcff111b94f4958" /></Relationships>
</file>

<file path=ppt/slides/slide1.xml><?xml version="1.0" encoding="utf-8"?>
<p:sld xmlns:p="http://schemas.openxmlformats.org/presentationml/2006/main">
  <p:cSld>
    <p:spTree>
      <p:sp>
        <p:nvSpPr>
          <p:cNvPr id="242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Generated Content</a:t>
            </a:r>
          </a:p>
        </p:txBody>
      </p:sp>
      <p:sp>
        <p:nvSpPr>
          <p:cNvPr id="1297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Title: Daily Practice Tasks for Counting and English for Your 3-Year-Old
1. **Counting with Nature**  
   - Go outside and collect items like leaves, rocks, or flowers.  
   - Count how many of each item you have collected.  
   - [Include a colorful image of nature items]
2. **Storytime Counting**  
   - Read a short story together.  
   - Count the number of animals or objects mentioned in the story.  
   - [Include an illustration of a storybook]
3. **Colorful Counting**  
   - Use colored blocks or toys.  
   - Count how many red blocks or blue toys you have.  
   - [Include images of colorful blocks]
4. **Sing Counting Songs**  
   - Sing songs like "Five Little Ducks" or "Ten in the Bed."  
   - Encourage her to join in.  
   - [Include musical notes or a singing child graphic]
5. **Alphabet Treasure Hunt**  
   - Hide letters around the house.  
   - Find them and say a word that starts with that letter.  
   - [Include a treasure map graphic]
6. **Creative Drawing**  
   - Draw a picture together.  
   - Count how many things are in the drawing.  
   - [Include an image of a child drawing]
7. **Counting Snacks**  
   - Use snacks like grapes or crackers.  
   - Count how many you can eat.  
   - [Include a colorful snack image]
**Conclusion**:  
These tasks are designed to be fun and engaging, making learning enjoyable for your child!  
[Include a colorful border or background to enhance the design]</a:t>
            </a:r>
          </a:p>
        </p:txBody>
      </p:sp>
    </p:spTree>
  </p:cSld>
</p:sld>
</file>