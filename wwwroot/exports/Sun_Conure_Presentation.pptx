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e4c583bab8d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e7209706c406e"/>
  </p:sldMasterIdLst>
  <p:sldIdLst>
    <p:sldId xmlns:r="http://schemas.openxmlformats.org/officeDocument/2006/relationships" id="256" r:id="Rfa9d0f289ab74b0a"/>
    <p:sldId xmlns:r="http://schemas.openxmlformats.org/officeDocument/2006/relationships" id="257" r:id="Rf127b4cc65a44b8e"/>
    <p:sldId xmlns:r="http://schemas.openxmlformats.org/officeDocument/2006/relationships" id="258" r:id="Re4fc0ada9be943f5"/>
    <p:sldId xmlns:r="http://schemas.openxmlformats.org/officeDocument/2006/relationships" id="259" r:id="Rba69cfe4d66047b7"/>
    <p:sldId xmlns:r="http://schemas.openxmlformats.org/officeDocument/2006/relationships" id="260" r:id="Rf31a3b78e26b483c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c9a75df1f7c4455" /><Relationship Type="http://schemas.openxmlformats.org/officeDocument/2006/relationships/viewProps" Target="/ppt/viewProps.xml" Id="R539c2c7ae4d24b4d" /><Relationship Type="http://schemas.openxmlformats.org/officeDocument/2006/relationships/slideMaster" Target="/ppt/slideMasters/slideMaster1.xml" Id="R1e5e7209706c406e" /><Relationship Type="http://schemas.openxmlformats.org/officeDocument/2006/relationships/slide" Target="/ppt/slides/slide1.xml" Id="Rfa9d0f289ab74b0a" /><Relationship Type="http://schemas.openxmlformats.org/officeDocument/2006/relationships/slide" Target="/ppt/slides/slide2.xml" Id="Rf127b4cc65a44b8e" /><Relationship Type="http://schemas.openxmlformats.org/officeDocument/2006/relationships/slide" Target="/ppt/slides/slide3.xml" Id="Re4fc0ada9be943f5" /><Relationship Type="http://schemas.openxmlformats.org/officeDocument/2006/relationships/slide" Target="/ppt/slides/slide4.xml" Id="Rba69cfe4d66047b7" /><Relationship Type="http://schemas.openxmlformats.org/officeDocument/2006/relationships/slide" Target="/ppt/slides/slide5.xml" Id="Rf31a3b78e26b483c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330a818b5014e41" /><Relationship Type="http://schemas.openxmlformats.org/officeDocument/2006/relationships/slideLayout" Target="/ppt/slideLayouts/slideLayout1.xml" Id="R48c2775ec698484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2775ec6984849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9c2dbdc064935" /><Relationship Type="http://schemas.openxmlformats.org/officeDocument/2006/relationships/image" Target="/ppt/media/image.jpg" Id="Rf194ed171860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5eade9bb4483e" /><Relationship Type="http://schemas.openxmlformats.org/officeDocument/2006/relationships/image" Target="/ppt/media/image2.jpg" Id="Rc0a7f02fca66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a6e6b010749ec" /><Relationship Type="http://schemas.openxmlformats.org/officeDocument/2006/relationships/image" Target="/ppt/media/image3.jpg" Id="R7e7f8a4eba494e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2a2d40824a80" /><Relationship Type="http://schemas.openxmlformats.org/officeDocument/2006/relationships/image" Target="/ppt/media/image4.jpg" Id="Rc620767bddd8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4797b33f42e0" /><Relationship Type="http://schemas.openxmlformats.org/officeDocument/2006/relationships/image" Target="/ppt/media/image5.jpg" Id="R8a6bd6be153b44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891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3958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Sun Conures</a:t>
            </a:r>
          </a:p>
        </p:txBody>
      </p:sp>
      <p:sp>
        <p:nvSpPr>
          <p:cNvPr id="95470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5664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Sun Conures are small, vibrant parrots native to South America.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Known for their bright yellow and orange plumage.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social birds that thrive in flocks.</a:t>
            </a:r>
          </a:p>
        </p:txBody>
      </p:sp>
      <p:pic>
        <p:nvPicPr>
          <p:cNvPr id="4790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f194ed171860412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16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92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Habitat and Distribution</a:t>
            </a:r>
          </a:p>
        </p:txBody>
      </p:sp>
      <p:sp>
        <p:nvSpPr>
          <p:cNvPr id="92065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91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Sun Conures are primarily found in the northeastern regions of South America.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inhabit tropical forests, savannas, and woodlands.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natural habitat provides ample food and shelter.</a:t>
            </a:r>
          </a:p>
        </p:txBody>
      </p:sp>
      <p:pic>
        <p:nvPicPr>
          <p:cNvPr id="569793" name="TopicImage"/>
          <p:cNvPicPr/>
          <p:nvPr/>
        </p:nvPicPr>
        <p:blipFill>
          <a:blip xmlns:r="http://schemas.openxmlformats.org/officeDocument/2006/relationships" xmlns:a="http://schemas.openxmlformats.org/drawingml/2006/main" r:embed="Rc0a7f02fca6644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71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7097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Diet</a:t>
            </a:r>
          </a:p>
        </p:txBody>
      </p:sp>
      <p:sp>
        <p:nvSpPr>
          <p:cNvPr id="7074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823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Sun Conures are primarily herbivorous, feeding on seeds, fruits, and nuts.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enjoy a varied diet that includes berries and leafy greens.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Proper nutrition is essential for their health and vibrant colors.</a:t>
            </a:r>
          </a:p>
        </p:txBody>
      </p:sp>
      <p:pic>
        <p:nvPicPr>
          <p:cNvPr id="177061" name="TopicImage"/>
          <p:cNvPicPr/>
          <p:nvPr/>
        </p:nvPicPr>
        <p:blipFill>
          <a:blip xmlns:r="http://schemas.openxmlformats.org/officeDocument/2006/relationships" xmlns:a="http://schemas.openxmlformats.org/drawingml/2006/main" r:embed="R7e7f8a4eba494ef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53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8397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Behavior and Socialization</a:t>
            </a:r>
          </a:p>
        </p:txBody>
      </p:sp>
      <p:sp>
        <p:nvSpPr>
          <p:cNvPr id="69289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740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Sun Conures are known for their playful and affectionate nature.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require social interaction and mental stimulation.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Bonding with their owners is crucial for their well-being.</a:t>
            </a:r>
          </a:p>
        </p:txBody>
      </p:sp>
      <p:pic>
        <p:nvPicPr>
          <p:cNvPr id="656616" name="TopicImage"/>
          <p:cNvPicPr/>
          <p:nvPr/>
        </p:nvPicPr>
        <p:blipFill>
          <a:blip xmlns:r="http://schemas.openxmlformats.org/officeDocument/2006/relationships" xmlns:a="http://schemas.openxmlformats.org/drawingml/2006/main" r:embed="Rc620767bddd84be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502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1470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Care and Maintenance</a:t>
            </a:r>
          </a:p>
        </p:txBody>
      </p:sp>
      <p:sp>
        <p:nvSpPr>
          <p:cNvPr id="18903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815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Providing a spacious cage with toys is important for their happiness.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Regular vet check-ups are necessary to monitor their health.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balanced diet and social interaction are key to their care.</a:t>
            </a:r>
          </a:p>
        </p:txBody>
      </p:sp>
      <p:pic>
        <p:nvPicPr>
          <p:cNvPr id="843133" name="TopicImage"/>
          <p:cNvPicPr/>
          <p:nvPr/>
        </p:nvPicPr>
        <p:blipFill>
          <a:blip xmlns:r="http://schemas.openxmlformats.org/officeDocument/2006/relationships" xmlns:a="http://schemas.openxmlformats.org/drawingml/2006/main" r:embed="R8a6bd6be153b441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