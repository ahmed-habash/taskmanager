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9e33121b38544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87916e7cde4b5f"/>
  </p:sldMasterIdLst>
  <p:sldIdLst>
    <p:sldId xmlns:r="http://schemas.openxmlformats.org/officeDocument/2006/relationships" id="256" r:id="R5de3e2e961e943be"/>
    <p:sldId xmlns:r="http://schemas.openxmlformats.org/officeDocument/2006/relationships" id="257" r:id="R6f6c43f49370460b"/>
    <p:sldId xmlns:r="http://schemas.openxmlformats.org/officeDocument/2006/relationships" id="258" r:id="R21575d77183845a1"/>
    <p:sldId xmlns:r="http://schemas.openxmlformats.org/officeDocument/2006/relationships" id="259" r:id="Ra6ab71972fa24a19"/>
    <p:sldId xmlns:r="http://schemas.openxmlformats.org/officeDocument/2006/relationships" id="260" r:id="R1f0b0529fbb24283"/>
    <p:sldId xmlns:r="http://schemas.openxmlformats.org/officeDocument/2006/relationships" id="261" r:id="Rb549848c832b4dec"/>
    <p:sldId xmlns:r="http://schemas.openxmlformats.org/officeDocument/2006/relationships" id="262" r:id="Ra4e01de04c214b3b"/>
    <p:sldId xmlns:r="http://schemas.openxmlformats.org/officeDocument/2006/relationships" id="263" r:id="R8ffdae47255e45c8"/>
    <p:sldId xmlns:r="http://schemas.openxmlformats.org/officeDocument/2006/relationships" id="264" r:id="R541dd08ab7eb4270"/>
    <p:sldId xmlns:r="http://schemas.openxmlformats.org/officeDocument/2006/relationships" id="265" r:id="R3ccf9579df11456b"/>
    <p:sldId xmlns:r="http://schemas.openxmlformats.org/officeDocument/2006/relationships" id="266" r:id="Ra395ca82d65345b7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1869d6adeec04dc0" /><Relationship Type="http://schemas.openxmlformats.org/officeDocument/2006/relationships/viewProps" Target="/ppt/viewProps.xml" Id="R80c7d87b7b034ea9" /><Relationship Type="http://schemas.openxmlformats.org/officeDocument/2006/relationships/slideMaster" Target="/ppt/slideMasters/slideMaster1.xml" Id="Rda87916e7cde4b5f" /><Relationship Type="http://schemas.openxmlformats.org/officeDocument/2006/relationships/slide" Target="/ppt/slides/slide1.xml" Id="R5de3e2e961e943be" /><Relationship Type="http://schemas.openxmlformats.org/officeDocument/2006/relationships/slide" Target="/ppt/slides/slide2.xml" Id="R6f6c43f49370460b" /><Relationship Type="http://schemas.openxmlformats.org/officeDocument/2006/relationships/slide" Target="/ppt/slides/slide3.xml" Id="R21575d77183845a1" /><Relationship Type="http://schemas.openxmlformats.org/officeDocument/2006/relationships/slide" Target="/ppt/slides/slide4.xml" Id="Ra6ab71972fa24a19" /><Relationship Type="http://schemas.openxmlformats.org/officeDocument/2006/relationships/slide" Target="/ppt/slides/slide5.xml" Id="R1f0b0529fbb24283" /><Relationship Type="http://schemas.openxmlformats.org/officeDocument/2006/relationships/slide" Target="/ppt/slides/slide6.xml" Id="Rb549848c832b4dec" /><Relationship Type="http://schemas.openxmlformats.org/officeDocument/2006/relationships/slide" Target="/ppt/slides/slide7.xml" Id="Ra4e01de04c214b3b" /><Relationship Type="http://schemas.openxmlformats.org/officeDocument/2006/relationships/slide" Target="/ppt/slides/slide8.xml" Id="R8ffdae47255e45c8" /><Relationship Type="http://schemas.openxmlformats.org/officeDocument/2006/relationships/slide" Target="/ppt/slides/slide9.xml" Id="R541dd08ab7eb4270" /><Relationship Type="http://schemas.openxmlformats.org/officeDocument/2006/relationships/slide" Target="/ppt/slides/slide10.xml" Id="R3ccf9579df11456b" /><Relationship Type="http://schemas.openxmlformats.org/officeDocument/2006/relationships/slide" Target="/ppt/slides/slide11.xml" Id="Ra395ca82d65345b7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4de256df6ce84020" /><Relationship Type="http://schemas.openxmlformats.org/officeDocument/2006/relationships/slideLayout" Target="/ppt/slideLayouts/slideLayout1.xml" Id="Rde61a5e14ead403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61a5e14ead403c"/>
  </p:sldLayoutIdLst>
</p:sldMaster>
</file>

<file path=ppt/slideMasters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C1C1C"/>
      </a:dk2>
      <a:lt2>
        <a:srgbClr val="E0E0E0"/>
      </a:lt2>
      <a:accent1>
        <a:srgbClr val="1C1C1C"/>
      </a:accent1>
      <a:accent2>
        <a:srgbClr val="0078D7"/>
      </a:accent2>
      <a:accent3>
        <a:srgbClr val="FF0000"/>
      </a:accent3>
      <a:accent4>
        <a:srgbClr val="00FF00"/>
      </a:accent4>
      <a:accent5>
        <a:srgbClr val="0000FF"/>
      </a:accent5>
      <a:accent6>
        <a:srgbClr val="FFFF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accent1"/>
        </a:solidFill>
      </a:fillStyleLst>
      <a:lnStyleLst>
        <a:ln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accent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93f74a96f417f" /><Relationship Type="http://schemas.openxmlformats.org/officeDocument/2006/relationships/image" Target="/ppt/media/image.jpg" Id="R287bff5554514e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4d640b9234c20" /><Relationship Type="http://schemas.openxmlformats.org/officeDocument/2006/relationships/image" Target="/ppt/media/image2.jpg" Id="Rfed785ea1f5c48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ba77db3204f57" /><Relationship Type="http://schemas.openxmlformats.org/officeDocument/2006/relationships/image" Target="/ppt/media/image3.jpg" Id="Rb01957142fc64b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b2c50b86348b4" /><Relationship Type="http://schemas.openxmlformats.org/officeDocument/2006/relationships/image" Target="/ppt/media/image4.jpg" Id="R6776ae78d3d64b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e78da8e0944b1" /><Relationship Type="http://schemas.openxmlformats.org/officeDocument/2006/relationships/image" Target="/ppt/media/image5.jpg" Id="R3af5415955284f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878fde3804b00" /><Relationship Type="http://schemas.openxmlformats.org/officeDocument/2006/relationships/image" Target="/ppt/media/image6.jpg" Id="R5d918784fc6847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8a1116565402c" /><Relationship Type="http://schemas.openxmlformats.org/officeDocument/2006/relationships/image" Target="/ppt/media/image7.jpg" Id="Rbda94b4c18944b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c30b4dc334fa9" /><Relationship Type="http://schemas.openxmlformats.org/officeDocument/2006/relationships/image" Target="/ppt/media/image8.jpg" Id="R08c881b1806948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1596f98df4919" /><Relationship Type="http://schemas.openxmlformats.org/officeDocument/2006/relationships/image" Target="/ppt/media/image9.jpg" Id="R34b19eb9ab8d4a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66b220ac34487" /><Relationship Type="http://schemas.openxmlformats.org/officeDocument/2006/relationships/image" Target="/ppt/media/image10.jpg" Id="R849fa4ab0a2b4e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650c23ded4089" /><Relationship Type="http://schemas.openxmlformats.org/officeDocument/2006/relationships/image" Target="/ppt/media/image11.jpg" Id="Rdef6d1722f8b45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356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3906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Whales</a:t>
            </a:r>
          </a:p>
        </p:txBody>
      </p:sp>
      <p:sp>
        <p:nvSpPr>
          <p:cNvPr id="37771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4154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Whales are large marine mammals that belong to the order Cetacea.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are known for their size, intelligence, and complex behaviors.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There are two main types of whales: baleen and toothed.</a:t>
            </a:r>
          </a:p>
        </p:txBody>
      </p:sp>
      <p:pic>
        <p:nvPicPr>
          <p:cNvPr id="261948" name="TopicImage"/>
          <p:cNvPicPr/>
          <p:nvPr/>
        </p:nvPicPr>
        <p:blipFill>
          <a:blip xmlns:r="http://schemas.openxmlformats.org/officeDocument/2006/relationships" xmlns:a="http://schemas.openxmlformats.org/drawingml/2006/main" r:embed="R287bff5554514e5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724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90720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Types of Whales</a:t>
            </a:r>
          </a:p>
        </p:txBody>
      </p:sp>
      <p:sp>
        <p:nvSpPr>
          <p:cNvPr id="3182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9794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Baleen whales, such as the blue whale, filter feed using baleen plates.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Toothed whales, like the sperm whale, hunt for fish and squid.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Each type has unique adaptations for survival in the ocean.</a:t>
            </a:r>
          </a:p>
        </p:txBody>
      </p:sp>
      <p:pic>
        <p:nvPicPr>
          <p:cNvPr id="373419" name="TopicImage"/>
          <p:cNvPicPr/>
          <p:nvPr/>
        </p:nvPicPr>
        <p:blipFill>
          <a:blip xmlns:r="http://schemas.openxmlformats.org/officeDocument/2006/relationships" xmlns:a="http://schemas.openxmlformats.org/drawingml/2006/main" r:embed="Rfed785ea1f5c48a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16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0396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Blue Whale</a:t>
            </a:r>
          </a:p>
        </p:txBody>
      </p:sp>
      <p:sp>
        <p:nvSpPr>
          <p:cNvPr id="522140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2861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blue whale is the largest animal known to have ever existed.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can reach lengths of up to 100 feet and weigh as much as 200 tons.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Blue whales primarily feed on small shrimp-like animals called krill.</a:t>
            </a:r>
          </a:p>
        </p:txBody>
      </p:sp>
      <p:pic>
        <p:nvPicPr>
          <p:cNvPr id="779301" name="TopicImage"/>
          <p:cNvPicPr/>
          <p:nvPr/>
        </p:nvPicPr>
        <p:blipFill>
          <a:blip xmlns:r="http://schemas.openxmlformats.org/officeDocument/2006/relationships" xmlns:a="http://schemas.openxmlformats.org/drawingml/2006/main" r:embed="Rb01957142fc64bb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440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4117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Humpback Whale</a:t>
            </a:r>
          </a:p>
        </p:txBody>
      </p:sp>
      <p:sp>
        <p:nvSpPr>
          <p:cNvPr id="29805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5866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Humpback whales are known for their complex songs and acrobatic breaches.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migrate up to 16,000 miles each year between feeding and breeding grounds.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Their songs can last for hours and are believed to play a role in mating.</a:t>
            </a:r>
          </a:p>
        </p:txBody>
      </p:sp>
      <p:pic>
        <p:nvPicPr>
          <p:cNvPr id="169504" name="TopicImage"/>
          <p:cNvPicPr/>
          <p:nvPr/>
        </p:nvPicPr>
        <p:blipFill>
          <a:blip xmlns:r="http://schemas.openxmlformats.org/officeDocument/2006/relationships" xmlns:a="http://schemas.openxmlformats.org/drawingml/2006/main" r:embed="R6776ae78d3d64bd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455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35316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Sperm Whale</a:t>
            </a:r>
          </a:p>
        </p:txBody>
      </p:sp>
      <p:sp>
        <p:nvSpPr>
          <p:cNvPr id="80554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3614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Sperm whales are the largest toothed whales and can dive over 3,000 feet.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have a unique block-shaped head and are known for their deep vocalizations.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Sperm whales primarily feed on squid and are known for their social structures.</a:t>
            </a:r>
          </a:p>
        </p:txBody>
      </p:sp>
      <p:pic>
        <p:nvPicPr>
          <p:cNvPr id="556349" name="TopicImage"/>
          <p:cNvPicPr/>
          <p:nvPr/>
        </p:nvPicPr>
        <p:blipFill>
          <a:blip xmlns:r="http://schemas.openxmlformats.org/officeDocument/2006/relationships" xmlns:a="http://schemas.openxmlformats.org/drawingml/2006/main" r:embed="R3af5415955284f1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958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98679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Orca (Killer Whale)</a:t>
            </a:r>
          </a:p>
        </p:txBody>
      </p:sp>
      <p:sp>
        <p:nvSpPr>
          <p:cNvPr id="51227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74542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Orcas, or killer whales, are highly social and live in family groups called pods.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are apex predators and have a diverse diet, including fish, seals, and even whales.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Orcas are known for their intelligence and complex hunting techniques.</a:t>
            </a:r>
          </a:p>
        </p:txBody>
      </p:sp>
      <p:pic>
        <p:nvPicPr>
          <p:cNvPr id="114617" name="TopicImage"/>
          <p:cNvPicPr/>
          <p:nvPr/>
        </p:nvPicPr>
        <p:blipFill>
          <a:blip xmlns:r="http://schemas.openxmlformats.org/officeDocument/2006/relationships" xmlns:a="http://schemas.openxmlformats.org/drawingml/2006/main" r:embed="R5d918784fc68472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496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20559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Whale Migration</a:t>
            </a:r>
          </a:p>
        </p:txBody>
      </p:sp>
      <p:sp>
        <p:nvSpPr>
          <p:cNvPr id="51341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78771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Many whale species migrate long distances to find food and breed.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Migration patterns can be influenced by water temperature and food availability.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Understanding these patterns is crucial for conservation efforts.</a:t>
            </a:r>
          </a:p>
        </p:txBody>
      </p:sp>
      <p:pic>
        <p:nvPicPr>
          <p:cNvPr id="343478" name="TopicImage"/>
          <p:cNvPicPr/>
          <p:nvPr/>
        </p:nvPicPr>
        <p:blipFill>
          <a:blip xmlns:r="http://schemas.openxmlformats.org/officeDocument/2006/relationships" xmlns:a="http://schemas.openxmlformats.org/drawingml/2006/main" r:embed="Rbda94b4c18944bf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957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1503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Threats to Whales</a:t>
            </a:r>
          </a:p>
        </p:txBody>
      </p:sp>
      <p:sp>
        <p:nvSpPr>
          <p:cNvPr id="83809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4720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Whales face numerous threats, including hunting, habitat loss, and climate change.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Ship strikes and entanglement in fishing gear are significant dangers.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Conservation efforts are essential to protect whale populations.</a:t>
            </a:r>
          </a:p>
        </p:txBody>
      </p:sp>
      <p:pic>
        <p:nvPicPr>
          <p:cNvPr id="132660" name="TopicImage"/>
          <p:cNvPicPr/>
          <p:nvPr/>
        </p:nvPicPr>
        <p:blipFill>
          <a:blip xmlns:r="http://schemas.openxmlformats.org/officeDocument/2006/relationships" xmlns:a="http://schemas.openxmlformats.org/drawingml/2006/main" r:embed="R08c881b1806948a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54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35201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Whale Conservation</a:t>
            </a:r>
          </a:p>
        </p:txBody>
      </p:sp>
      <p:sp>
        <p:nvSpPr>
          <p:cNvPr id="12972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65425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Various organizations work to protect whales through research and advocacy.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Marine protected areas help safeguard critical habitats for whales.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Public awareness and education are vital for conservation success.</a:t>
            </a:r>
          </a:p>
        </p:txBody>
      </p:sp>
      <p:pic>
        <p:nvPicPr>
          <p:cNvPr id="286604" name="TopicImage"/>
          <p:cNvPicPr/>
          <p:nvPr/>
        </p:nvPicPr>
        <p:blipFill>
          <a:blip xmlns:r="http://schemas.openxmlformats.org/officeDocument/2006/relationships" xmlns:a="http://schemas.openxmlformats.org/drawingml/2006/main" r:embed="R34b19eb9ab8d4a7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69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78797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Fun Facts about Whales</a:t>
            </a:r>
          </a:p>
        </p:txBody>
      </p:sp>
      <p:sp>
        <p:nvSpPr>
          <p:cNvPr id="38844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44571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Whales can hold their breath for over an hour while diving.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heart of a blue whale can weigh as much as a small car.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Some whale species can communicate over vast distances underwater.</a:t>
            </a:r>
          </a:p>
        </p:txBody>
      </p:sp>
      <p:pic>
        <p:nvPicPr>
          <p:cNvPr id="258075" name="TopicImage"/>
          <p:cNvPicPr/>
          <p:nvPr/>
        </p:nvPicPr>
        <p:blipFill>
          <a:blip xmlns:r="http://schemas.openxmlformats.org/officeDocument/2006/relationships" xmlns:a="http://schemas.openxmlformats.org/drawingml/2006/main" r:embed="R849fa4ab0a2b4e7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61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44907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892930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61129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Whales are vital to marine ecosystems and have a significant cultural impact.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Protecting whales ensures the health of our oceans for future generations.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Continued research and conservation efforts are crucial for their survival.</a:t>
            </a:r>
          </a:p>
        </p:txBody>
      </p:sp>
      <p:pic>
        <p:nvPicPr>
          <p:cNvPr id="753717" name="TopicImage"/>
          <p:cNvPicPr/>
          <p:nvPr/>
        </p:nvPicPr>
        <p:blipFill>
          <a:blip xmlns:r="http://schemas.openxmlformats.org/officeDocument/2006/relationships" xmlns:a="http://schemas.openxmlformats.org/drawingml/2006/main" r:embed="Rdef6d1722f8b457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