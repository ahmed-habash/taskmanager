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28084eac47347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d0d4ff5be34be1"/>
  </p:sldMasterIdLst>
  <p:sldIdLst>
    <p:sldId xmlns:r="http://schemas.openxmlformats.org/officeDocument/2006/relationships" id="256" r:id="Rd67753959b3d4781"/>
    <p:sldId xmlns:r="http://schemas.openxmlformats.org/officeDocument/2006/relationships" id="257" r:id="Rc1b81dbe2a884a99"/>
    <p:sldId xmlns:r="http://schemas.openxmlformats.org/officeDocument/2006/relationships" id="258" r:id="Rc7a6d948158a440d"/>
    <p:sldId xmlns:r="http://schemas.openxmlformats.org/officeDocument/2006/relationships" id="259" r:id="Rda2f4d6b697b4545"/>
    <p:sldId xmlns:r="http://schemas.openxmlformats.org/officeDocument/2006/relationships" id="260" r:id="R7089768bcb2e4f0a"/>
    <p:sldId xmlns:r="http://schemas.openxmlformats.org/officeDocument/2006/relationships" id="261" r:id="R858fa0facd5345cc"/>
  </p:sldIdLst>
  <p:sldSz cx="9144000" cy="6858000" type="screen4x3"/>
  <p:notesSz cx="6858000" cy="9144000"/>
  <p:defaultTextStyle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/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23e63d7dfff943d1" /><Relationship Type="http://schemas.openxmlformats.org/officeDocument/2006/relationships/viewProps" Target="/ppt/viewProps.xml" Id="Rfa4361950d19461c" /><Relationship Type="http://schemas.openxmlformats.org/officeDocument/2006/relationships/slideMaster" Target="/ppt/slideMasters/slideMaster1.xml" Id="Rfcd0d4ff5be34be1" /><Relationship Type="http://schemas.openxmlformats.org/officeDocument/2006/relationships/slide" Target="/ppt/slides/slide1.xml" Id="Rd67753959b3d4781" /><Relationship Type="http://schemas.openxmlformats.org/officeDocument/2006/relationships/slide" Target="/ppt/slides/slide2.xml" Id="Rc1b81dbe2a884a99" /><Relationship Type="http://schemas.openxmlformats.org/officeDocument/2006/relationships/slide" Target="/ppt/slides/slide3.xml" Id="Rc7a6d948158a440d" /><Relationship Type="http://schemas.openxmlformats.org/officeDocument/2006/relationships/slide" Target="/ppt/slides/slide4.xml" Id="Rda2f4d6b697b4545" /><Relationship Type="http://schemas.openxmlformats.org/officeDocument/2006/relationships/slide" Target="/ppt/slides/slide5.xml" Id="R7089768bcb2e4f0a" /><Relationship Type="http://schemas.openxmlformats.org/officeDocument/2006/relationships/slide" Target="/ppt/slides/slide6.xml" Id="R858fa0facd5345cc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9a20d5d7a44945bf" /><Relationship Type="http://schemas.openxmlformats.org/officeDocument/2006/relationships/slideLayout" Target="/ppt/slideLayouts/slideLayout1.xml" Id="Rb3fd75827518498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fd758275184983"/>
  </p:sldLayoutIdLst>
</p:sldMaster>
</file>

<file path=ppt/slideMasters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C1C1C"/>
      </a:dk2>
      <a:lt2>
        <a:srgbClr val="E0E0E0"/>
      </a:lt2>
      <a:accent1>
        <a:srgbClr val="1C1C1C"/>
      </a:accent1>
      <a:accent2>
        <a:srgbClr val="0078D7"/>
      </a:accent2>
      <a:accent3>
        <a:srgbClr val="FF0000"/>
      </a:accent3>
      <a:accent4>
        <a:srgbClr val="00FF00"/>
      </a:accent4>
      <a:accent5>
        <a:srgbClr val="0000FF"/>
      </a:accent5>
      <a:accent6>
        <a:srgbClr val="FFFF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accent1"/>
        </a:solidFill>
      </a:fillStyleLst>
      <a:lnStyleLst>
        <a:ln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accent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8fab2b7df452f" /><Relationship Type="http://schemas.openxmlformats.org/officeDocument/2006/relationships/image" Target="/ppt/media/image.jpg" Id="Rfdceba3b07c844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d59c1c2c44915" /><Relationship Type="http://schemas.openxmlformats.org/officeDocument/2006/relationships/image" Target="/ppt/media/image2.jpg" Id="R0a15b7ef9e6c4c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d3e84d3804ddc" /><Relationship Type="http://schemas.openxmlformats.org/officeDocument/2006/relationships/image" Target="/ppt/media/image3.jpg" Id="Ra6525ae764774d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da92adf1a4997" /><Relationship Type="http://schemas.openxmlformats.org/officeDocument/2006/relationships/image" Target="/ppt/media/image4.jpg" Id="R8234b6293f0a4b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53ad99ca94015" /><Relationship Type="http://schemas.openxmlformats.org/officeDocument/2006/relationships/image" Target="/ppt/media/image5.jpg" Id="R8a9c537fd8034c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9b849871d49ad" /><Relationship Type="http://schemas.openxmlformats.org/officeDocument/2006/relationships/image" Target="/ppt/media/image6.jpg" Id="R9c90fe1775f04df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334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16704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Introduction to the Terrablade</a:t>
            </a:r>
          </a:p>
        </p:txBody>
      </p:sp>
      <p:sp>
        <p:nvSpPr>
          <p:cNvPr id="132574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6229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Terrablade is one of the most powerful swords in Terraria.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is known for its high damage and unique projectile attack.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Crafting the Terrablade requires specific materials and preparation.</a:t>
            </a:r>
          </a:p>
        </p:txBody>
      </p:sp>
      <p:pic>
        <p:nvPicPr>
          <p:cNvPr id="367776" name="TopicImage"/>
          <p:cNvPicPr/>
          <p:nvPr/>
        </p:nvPicPr>
        <p:blipFill>
          <a:blip xmlns:r="http://schemas.openxmlformats.org/officeDocument/2006/relationships" xmlns:a="http://schemas.openxmlformats.org/drawingml/2006/main" r:embed="Rfdceba3b07c844d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1144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16539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Required Materials</a:t>
            </a:r>
          </a:p>
        </p:txBody>
      </p:sp>
      <p:sp>
        <p:nvSpPr>
          <p:cNvPr id="367532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49356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To craft the Terrablade, you need: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- 1 True Excalibur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- 1 True Night's Edge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- 1 Broken Hero Sword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Each of these items has its own crafting requirements.</a:t>
            </a:r>
          </a:p>
        </p:txBody>
      </p:sp>
      <p:pic>
        <p:nvPicPr>
          <p:cNvPr id="538389" name="TopicImage"/>
          <p:cNvPicPr/>
          <p:nvPr/>
        </p:nvPicPr>
        <p:blipFill>
          <a:blip xmlns:r="http://schemas.openxmlformats.org/officeDocument/2006/relationships" xmlns:a="http://schemas.openxmlformats.org/drawingml/2006/main" r:embed="R0a15b7ef9e6c4c6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1729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85792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Crafting True Excalibur</a:t>
            </a:r>
          </a:p>
        </p:txBody>
      </p:sp>
      <p:sp>
        <p:nvSpPr>
          <p:cNvPr id="340251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16889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True Excalibur is crafted using: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- 1 Excalibur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- 12 Hallowed Bars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Excalibur can be obtained from the Hardmode Dungeon.</a:t>
            </a:r>
          </a:p>
        </p:txBody>
      </p:sp>
      <p:pic>
        <p:nvPicPr>
          <p:cNvPr id="741925" name="TopicImage"/>
          <p:cNvPicPr/>
          <p:nvPr/>
        </p:nvPicPr>
        <p:blipFill>
          <a:blip xmlns:r="http://schemas.openxmlformats.org/officeDocument/2006/relationships" xmlns:a="http://schemas.openxmlformats.org/drawingml/2006/main" r:embed="Ra6525ae764774d2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7933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16593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Crafting True Night's Edge</a:t>
            </a:r>
          </a:p>
        </p:txBody>
      </p:sp>
      <p:sp>
        <p:nvSpPr>
          <p:cNvPr id="567526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47949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True Night's Edge is crafted using: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- 1 Night's Edge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- 12 Hallowed Bars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Night's Edge is made by combining several swords in the game.</a:t>
            </a:r>
          </a:p>
        </p:txBody>
      </p:sp>
      <p:pic>
        <p:nvPicPr>
          <p:cNvPr id="542173" name="TopicImage"/>
          <p:cNvPicPr/>
          <p:nvPr/>
        </p:nvPicPr>
        <p:blipFill>
          <a:blip xmlns:r="http://schemas.openxmlformats.org/officeDocument/2006/relationships" xmlns:a="http://schemas.openxmlformats.org/drawingml/2006/main" r:embed="R8234b6293f0a4b2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229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97201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Obtaining the Broken Hero Sword</a:t>
            </a:r>
          </a:p>
        </p:txBody>
      </p:sp>
      <p:sp>
        <p:nvSpPr>
          <p:cNvPr id="635157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51165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Broken Hero Sword can be obtained by defeating: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Mothron in the Solar Eclipse event.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has a chance to drop, making it a rare item.</a:t>
            </a:r>
          </a:p>
        </p:txBody>
      </p:sp>
      <p:pic>
        <p:nvPicPr>
          <p:cNvPr id="276159" name="TopicImage"/>
          <p:cNvPicPr/>
          <p:nvPr/>
        </p:nvPicPr>
        <p:blipFill>
          <a:blip xmlns:r="http://schemas.openxmlformats.org/officeDocument/2006/relationships" xmlns:a="http://schemas.openxmlformats.org/drawingml/2006/main" r:embed="R8a9c537fd8034c0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5108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60210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Crafting the Terrablade</a:t>
            </a:r>
          </a:p>
        </p:txBody>
      </p:sp>
      <p:sp>
        <p:nvSpPr>
          <p:cNvPr id="812822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61433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Once you have all the required materials, go to a Mythril or Orichalcum Anvil.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Combine the True Excalibur, True Night's Edge, and Broken Hero Sword to craft the Terrablade.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Enjoy wielding one of the most powerful weapons in Terraria!</a:t>
            </a:r>
          </a:p>
        </p:txBody>
      </p:sp>
      <p:pic>
        <p:nvPicPr>
          <p:cNvPr id="401270" name="TopicImage"/>
          <p:cNvPicPr/>
          <p:nvPr/>
        </p:nvPicPr>
        <p:blipFill>
          <a:blip xmlns:r="http://schemas.openxmlformats.org/officeDocument/2006/relationships" xmlns:a="http://schemas.openxmlformats.org/drawingml/2006/main" r:embed="R9c90fe1775f04df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