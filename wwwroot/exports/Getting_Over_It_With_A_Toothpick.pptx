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63477600a3343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3a354ce6444b35"/>
  </p:sldMasterIdLst>
  <p:sldIdLst>
    <p:sldId xmlns:r="http://schemas.openxmlformats.org/officeDocument/2006/relationships" id="256" r:id="R24e1110b41074f73"/>
    <p:sldId xmlns:r="http://schemas.openxmlformats.org/officeDocument/2006/relationships" id="257" r:id="R35e1f3cf05b64328"/>
    <p:sldId xmlns:r="http://schemas.openxmlformats.org/officeDocument/2006/relationships" id="258" r:id="R6ccb4e1dda0d48d6"/>
    <p:sldId xmlns:r="http://schemas.openxmlformats.org/officeDocument/2006/relationships" id="259" r:id="Rb524b4755a1d4406"/>
    <p:sldId xmlns:r="http://schemas.openxmlformats.org/officeDocument/2006/relationships" id="260" r:id="R226d968e85b148a4"/>
    <p:sldId xmlns:r="http://schemas.openxmlformats.org/officeDocument/2006/relationships" id="261" r:id="Refd2f11358cb401c"/>
    <p:sldId xmlns:r="http://schemas.openxmlformats.org/officeDocument/2006/relationships" id="262" r:id="R34db38d1234f4567"/>
    <p:sldId xmlns:r="http://schemas.openxmlformats.org/officeDocument/2006/relationships" id="263" r:id="R543bb1a195744844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8d56226cf93405a" /><Relationship Type="http://schemas.openxmlformats.org/officeDocument/2006/relationships/viewProps" Target="/ppt/viewProps.xml" Id="Re402f516fa034be4" /><Relationship Type="http://schemas.openxmlformats.org/officeDocument/2006/relationships/slideMaster" Target="/ppt/slideMasters/slideMaster1.xml" Id="Re03a354ce6444b35" /><Relationship Type="http://schemas.openxmlformats.org/officeDocument/2006/relationships/slide" Target="/ppt/slides/slide1.xml" Id="R24e1110b41074f73" /><Relationship Type="http://schemas.openxmlformats.org/officeDocument/2006/relationships/slide" Target="/ppt/slides/slide2.xml" Id="R35e1f3cf05b64328" /><Relationship Type="http://schemas.openxmlformats.org/officeDocument/2006/relationships/slide" Target="/ppt/slides/slide3.xml" Id="R6ccb4e1dda0d48d6" /><Relationship Type="http://schemas.openxmlformats.org/officeDocument/2006/relationships/slide" Target="/ppt/slides/slide4.xml" Id="Rb524b4755a1d4406" /><Relationship Type="http://schemas.openxmlformats.org/officeDocument/2006/relationships/slide" Target="/ppt/slides/slide5.xml" Id="R226d968e85b148a4" /><Relationship Type="http://schemas.openxmlformats.org/officeDocument/2006/relationships/slide" Target="/ppt/slides/slide6.xml" Id="Refd2f11358cb401c" /><Relationship Type="http://schemas.openxmlformats.org/officeDocument/2006/relationships/slide" Target="/ppt/slides/slide7.xml" Id="R34db38d1234f4567" /><Relationship Type="http://schemas.openxmlformats.org/officeDocument/2006/relationships/slide" Target="/ppt/slides/slide8.xml" Id="R543bb1a195744844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0bd24d69cfc4672" /><Relationship Type="http://schemas.openxmlformats.org/officeDocument/2006/relationships/slideLayout" Target="/ppt/slideLayouts/slideLayout1.xml" Id="R263bd455e41d48a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3bd455e41d48a9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3cec55fec4fe7" /><Relationship Type="http://schemas.openxmlformats.org/officeDocument/2006/relationships/image" Target="/ppt/media/image.jpg" Id="R9e9149ed6f1045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c4233b3de42c9" /><Relationship Type="http://schemas.openxmlformats.org/officeDocument/2006/relationships/image" Target="/ppt/media/image2.jpg" Id="R5fc45af8badb48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8898b8bff4f85" /><Relationship Type="http://schemas.openxmlformats.org/officeDocument/2006/relationships/image" Target="/ppt/media/image3.jpg" Id="R317f709dd2164a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f6bfd6e5f458b" /><Relationship Type="http://schemas.openxmlformats.org/officeDocument/2006/relationships/image" Target="/ppt/media/image4.jpg" Id="Ra87f41ab8e4f46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81895817e46f5" /><Relationship Type="http://schemas.openxmlformats.org/officeDocument/2006/relationships/image" Target="/ppt/media/image5.jpg" Id="R7d8de9c5c24340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0a7a3ad7846cf" /><Relationship Type="http://schemas.openxmlformats.org/officeDocument/2006/relationships/image" Target="/ppt/media/image6.jpg" Id="R6defcbe764c94c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1bac1fca64d4d" /><Relationship Type="http://schemas.openxmlformats.org/officeDocument/2006/relationships/image" Target="/ppt/media/image7.jpg" Id="R0b76eb325e924b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d8485d10b41f0" /><Relationship Type="http://schemas.openxmlformats.org/officeDocument/2006/relationships/image" Target="/ppt/media/image8.jpg" Id="R422ffd3cf0a64a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168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6754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Getting Over It</a:t>
            </a:r>
          </a:p>
        </p:txBody>
      </p:sp>
      <p:sp>
        <p:nvSpPr>
          <p:cNvPr id="30876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8545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Getting Over It is a challenging physics-based game.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goal is to climb a mountain using a hammer, but this presentation explores using a toothpick.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unconventional approach requires patience and skill.</a:t>
            </a:r>
          </a:p>
        </p:txBody>
      </p:sp>
      <p:pic>
        <p:nvPicPr>
          <p:cNvPr id="60091" name="TopicImage"/>
          <p:cNvPicPr/>
          <p:nvPr/>
        </p:nvPicPr>
        <p:blipFill>
          <a:blip xmlns:r="http://schemas.openxmlformats.org/officeDocument/2006/relationships" xmlns:a="http://schemas.openxmlformats.org/drawingml/2006/main" r:embed="R9e9149ed6f10458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95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1267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Understanding the Game Mechanics</a:t>
            </a:r>
          </a:p>
        </p:txBody>
      </p:sp>
      <p:sp>
        <p:nvSpPr>
          <p:cNvPr id="89488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504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game uses realistic physics to simulate movement.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must navigate obstacles and learn to control their character's momentum.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Using a toothpick changes the dynamics of gameplay significantly.</a:t>
            </a:r>
          </a:p>
        </p:txBody>
      </p:sp>
      <p:pic>
        <p:nvPicPr>
          <p:cNvPr id="640394" name="TopicImage"/>
          <p:cNvPicPr/>
          <p:nvPr/>
        </p:nvPicPr>
        <p:blipFill>
          <a:blip xmlns:r="http://schemas.openxmlformats.org/officeDocument/2006/relationships" xmlns:a="http://schemas.openxmlformats.org/drawingml/2006/main" r:embed="R5fc45af8badb481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166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7657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Preparing for the Challenge</a:t>
            </a:r>
          </a:p>
        </p:txBody>
      </p:sp>
      <p:sp>
        <p:nvSpPr>
          <p:cNvPr id="45536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8325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Ensure you have a stable gaming setup.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Familiarize yourself with the controls and physics of the game.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Mentally prepare for a unique challenge that requires persistence.</a:t>
            </a:r>
          </a:p>
        </p:txBody>
      </p:sp>
      <p:pic>
        <p:nvPicPr>
          <p:cNvPr id="566111" name="TopicImage"/>
          <p:cNvPicPr/>
          <p:nvPr/>
        </p:nvPicPr>
        <p:blipFill>
          <a:blip xmlns:r="http://schemas.openxmlformats.org/officeDocument/2006/relationships" xmlns:a="http://schemas.openxmlformats.org/drawingml/2006/main" r:embed="R317f709dd2164ab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379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578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The Toothpick Technique</a:t>
            </a:r>
          </a:p>
        </p:txBody>
      </p:sp>
      <p:sp>
        <p:nvSpPr>
          <p:cNvPr id="28004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332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Using a toothpick requires precise movements.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Focus on small, controlled swings to gain height.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Avoid large, sweeping motions that can lead to falls.</a:t>
            </a:r>
          </a:p>
        </p:txBody>
      </p:sp>
      <p:pic>
        <p:nvPicPr>
          <p:cNvPr id="364211" name="TopicImage"/>
          <p:cNvPicPr/>
          <p:nvPr/>
        </p:nvPicPr>
        <p:blipFill>
          <a:blip xmlns:r="http://schemas.openxmlformats.org/officeDocument/2006/relationships" xmlns:a="http://schemas.openxmlformats.org/drawingml/2006/main" r:embed="Ra87f41ab8e4f466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82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0491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Key Strategies for Success</a:t>
            </a:r>
          </a:p>
        </p:txBody>
      </p:sp>
      <p:sp>
        <p:nvSpPr>
          <p:cNvPr id="65758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8610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toothpick to hook onto ledges and pull yourself up.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Practice patience; rushing can lead to mistakes.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Learn from each fall and adjust your technique accordingly.</a:t>
            </a:r>
          </a:p>
        </p:txBody>
      </p:sp>
      <p:pic>
        <p:nvPicPr>
          <p:cNvPr id="407984" name="TopicImage"/>
          <p:cNvPicPr/>
          <p:nvPr/>
        </p:nvPicPr>
        <p:blipFill>
          <a:blip xmlns:r="http://schemas.openxmlformats.org/officeDocument/2006/relationships" xmlns:a="http://schemas.openxmlformats.org/drawingml/2006/main" r:embed="R7d8de9c5c24340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618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3223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Common Obstacles and How to Overcome Them</a:t>
            </a:r>
          </a:p>
        </p:txBody>
      </p:sp>
      <p:sp>
        <p:nvSpPr>
          <p:cNvPr id="39545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613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Identify key obstacles that are particularly challenging.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Develop specific strategies for each obstacle using the toothpick.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Example: For the 'Orange' section, use short, quick movements to navigate.</a:t>
            </a:r>
          </a:p>
        </p:txBody>
      </p:sp>
      <p:pic>
        <p:nvPicPr>
          <p:cNvPr id="579154" name="TopicImage"/>
          <p:cNvPicPr/>
          <p:nvPr/>
        </p:nvPicPr>
        <p:blipFill>
          <a:blip xmlns:r="http://schemas.openxmlformats.org/officeDocument/2006/relationships" xmlns:a="http://schemas.openxmlformats.org/drawingml/2006/main" r:embed="R6defcbe764c94c6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651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2519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Staying Motivated</a:t>
            </a:r>
          </a:p>
        </p:txBody>
      </p:sp>
      <p:sp>
        <p:nvSpPr>
          <p:cNvPr id="46332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5060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It's easy to get frustrated; take breaks when needed.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Engage with the gaming community for tips and encouragement.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Celebrate small victories to maintain motivation.</a:t>
            </a:r>
          </a:p>
        </p:txBody>
      </p:sp>
      <p:pic>
        <p:nvPicPr>
          <p:cNvPr id="424845" name="TopicImage"/>
          <p:cNvPicPr/>
          <p:nvPr/>
        </p:nvPicPr>
        <p:blipFill>
          <a:blip xmlns:r="http://schemas.openxmlformats.org/officeDocument/2006/relationships" xmlns:a="http://schemas.openxmlformats.org/drawingml/2006/main" r:embed="R0b76eb325e924be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211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3757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5812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5273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Beating Getting Over It with a toothpick is a test of skill and determination.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Embrace the challenge and enjoy the journey.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Remember, it's not just about the destination but the experience along the way.</a:t>
            </a:r>
          </a:p>
        </p:txBody>
      </p:sp>
      <p:pic>
        <p:nvPicPr>
          <p:cNvPr id="155182" name="TopicImage"/>
          <p:cNvPicPr/>
          <p:nvPr/>
        </p:nvPicPr>
        <p:blipFill>
          <a:blip xmlns:r="http://schemas.openxmlformats.org/officeDocument/2006/relationships" xmlns:a="http://schemas.openxmlformats.org/drawingml/2006/main" r:embed="R422ffd3cf0a64a3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