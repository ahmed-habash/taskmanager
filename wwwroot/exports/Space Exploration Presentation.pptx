
<file path=[Content_Types].xml><?xml version="1.0" encoding="utf-8"?>
<Types xmlns="http://schemas.openxmlformats.org/package/2006/content-types">
  <Default Extension="xml" ContentType="application/vnd.openxmlformats-officedocument.presentationml.presentation.main+xml"/>
  <Default Extension="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/ppt/presentation.xml" Id="R01cf884ae1374a9f" /></Relationships>
</file>

<file path=ppt/presentation.xml><?xml version="1.0" encoding="utf-8"?>
<p:presentation xmlns:p="http://schemas.openxmlformats.org/presentationml/2006/main">
  <p:sldIdLst>
    <p:sldId xmlns:r="http://schemas.openxmlformats.org/officeDocument/2006/relationships" id="256" r:id="Rd5f62f7d769e4305"/>
    <p:sldId xmlns:r="http://schemas.openxmlformats.org/officeDocument/2006/relationships" id="257" r:id="Ra3065e42c6a5413e"/>
    <p:sldId xmlns:r="http://schemas.openxmlformats.org/officeDocument/2006/relationships" id="258" r:id="Rbcaf22968e9e452f"/>
    <p:sldId xmlns:r="http://schemas.openxmlformats.org/officeDocument/2006/relationships" id="259" r:id="Rc9ae46417c2a4ef3"/>
    <p:sldId xmlns:r="http://schemas.openxmlformats.org/officeDocument/2006/relationships" id="260" r:id="Rd0732194dd4343cd"/>
  </p:sldIdLst>
</p:presentation>
</file>

<file path=ppt/_rels/presentation.xml.rels>&#65279;<?xml version="1.0" encoding="utf-8"?><Relationships xmlns="http://schemas.openxmlformats.org/package/2006/relationships"><Relationship Type="http://schemas.openxmlformats.org/officeDocument/2006/relationships/slide" Target="/ppt/slides/slide1.xml" Id="Rd5f62f7d769e4305" /><Relationship Type="http://schemas.openxmlformats.org/officeDocument/2006/relationships/slide" Target="/ppt/slides/slide2.xml" Id="Ra3065e42c6a5413e" /><Relationship Type="http://schemas.openxmlformats.org/officeDocument/2006/relationships/slide" Target="/ppt/slides/slide3.xml" Id="Rbcaf22968e9e452f" /><Relationship Type="http://schemas.openxmlformats.org/officeDocument/2006/relationships/slide" Target="/ppt/slides/slide4.xml" Id="Rc9ae46417c2a4ef3" /><Relationship Type="http://schemas.openxmlformats.org/officeDocument/2006/relationships/slide" Target="/ppt/slides/slide5.xml" Id="Rd0732194dd4343cd" /></Relationships>
</file>

<file path=ppt/slides/slide1.xml><?xml version="1.0" encoding="utf-8"?>
<p:sld xmlns:p="http://schemas.openxmlformats.org/presentationml/2006/main">
  <p:cSld>
    <p:spTree>
      <p:sp>
        <p:nvSpPr>
          <p:cNvPr id="52016" name="TextBox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00" y="500000"/>
            <a:ext cx="8000000" cy="10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4000"/>
              <a:t>Introduction to Space Exploration</a:t>
            </a:r>
          </a:p>
        </p:txBody>
      </p:sp>
      <p:sp>
        <p:nvSpPr>
          <p:cNvPr id="9184" name="TextBox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00" y="2000000"/>
            <a:ext cx="8000000" cy="400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000"/>
              <a:t>- Space exploration is the use of astronomy and space technologies to explore outer space.
- It involves the use of spacecraft, satellites, and telescopes to gather information about celestial bodies.</a:t>
            </a:r>
          </a:p>
        </p:txBody>
      </p:sp>
    </p:spTree>
  </p:cSld>
</p:sld>
</file>

<file path=ppt/slides/slide2.xml><?xml version="1.0" encoding="utf-8"?>
<p:sld xmlns:p="http://schemas.openxmlformats.org/presentationml/2006/main">
  <p:cSld>
    <p:spTree>
      <p:sp>
        <p:nvSpPr>
          <p:cNvPr id="84156" name="TextBox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00" y="500000"/>
            <a:ext cx="8000000" cy="10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4000"/>
              <a:t>Early Space Missions</a:t>
            </a:r>
          </a:p>
        </p:txBody>
      </p:sp>
      <p:sp>
        <p:nvSpPr>
          <p:cNvPr id="53816" name="TextBox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00" y="2000000"/>
            <a:ext cx="8000000" cy="400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000"/>
              <a:t>- The Space Age began with the launch of Sputnik 1 by the Soviet Union in 1957.
- NASA was established in 1958, leading to significant missions like the Mercury and Gemini programs.</a:t>
            </a:r>
          </a:p>
        </p:txBody>
      </p:sp>
    </p:spTree>
  </p:cSld>
</p:sld>
</file>

<file path=ppt/slides/slide3.xml><?xml version="1.0" encoding="utf-8"?>
<p:sld xmlns:p="http://schemas.openxmlformats.org/presentationml/2006/main">
  <p:cSld>
    <p:spTree>
      <p:sp>
        <p:nvSpPr>
          <p:cNvPr id="30116" name="TextBox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00" y="500000"/>
            <a:ext cx="8000000" cy="10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4000"/>
              <a:t>The Apollo Program</a:t>
            </a:r>
          </a:p>
        </p:txBody>
      </p:sp>
      <p:sp>
        <p:nvSpPr>
          <p:cNvPr id="22450" name="TextBox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00" y="2000000"/>
            <a:ext cx="8000000" cy="400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000"/>
              <a:t>- The Apollo program was a series of missions that landed humans on the Moon between 1969 and 1972.
- Apollo 11, in 1969, was the first mission to land astronauts Neil Armstrong and Buzz Aldrin on the lunar surface.</a:t>
            </a:r>
          </a:p>
        </p:txBody>
      </p:sp>
    </p:spTree>
  </p:cSld>
</p:sld>
</file>

<file path=ppt/slides/slide4.xml><?xml version="1.0" encoding="utf-8"?>
<p:sld xmlns:p="http://schemas.openxmlformats.org/presentationml/2006/main">
  <p:cSld>
    <p:spTree>
      <p:sp>
        <p:nvSpPr>
          <p:cNvPr id="70502" name="TextBox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00" y="500000"/>
            <a:ext cx="8000000" cy="10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4000"/>
              <a:t>Mars Exploration</a:t>
            </a:r>
          </a:p>
        </p:txBody>
      </p:sp>
      <p:sp>
        <p:nvSpPr>
          <p:cNvPr id="81007" name="TextBox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00" y="2000000"/>
            <a:ext cx="8000000" cy="400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000"/>
              <a:t>- Mars has been a primary target for exploration, with missions like Viking, Spirit, Opportunity, and Curiosity.
- The Perseverance rover, launched in 2020, aims to search for signs of ancient life and collect samples for future return to Earth.</a:t>
            </a:r>
          </a:p>
        </p:txBody>
      </p:sp>
    </p:spTree>
  </p:cSld>
</p:sld>
</file>

<file path=ppt/slides/slide5.xml><?xml version="1.0" encoding="utf-8"?>
<p:sld xmlns:p="http://schemas.openxmlformats.org/presentationml/2006/main">
  <p:cSld>
    <p:spTree>
      <p:sp>
        <p:nvSpPr>
          <p:cNvPr id="60855" name="TextBox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00" y="500000"/>
            <a:ext cx="8000000" cy="10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4000"/>
              <a:t>The Future of Space Exploration</a:t>
            </a:r>
          </a:p>
        </p:txBody>
      </p:sp>
      <p:sp>
        <p:nvSpPr>
          <p:cNvPr id="25925" name="TextBox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00" y="2000000"/>
            <a:ext cx="8000000" cy="400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000"/>
              <a:t>- Future missions include the Artemis program, aiming to return humans to the Moon and establish a sustainable presence.
- Plans for crewed missions to Mars are being developed, with the goal of sending humans by the 2030s.</a:t>
            </a:r>
          </a:p>
        </p:txBody>
      </p:sp>
    </p:spTree>
  </p:cSld>
</p:sld>
</file>