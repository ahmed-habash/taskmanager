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65871e914dc4d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657a0816f14c0c"/>
  </p:sldMasterIdLst>
  <p:sldIdLst>
    <p:sldId xmlns:r="http://schemas.openxmlformats.org/officeDocument/2006/relationships" id="256" r:id="Rabc683523f3f4abd"/>
    <p:sldId xmlns:r="http://schemas.openxmlformats.org/officeDocument/2006/relationships" id="257" r:id="R188444f9e33d45c6"/>
    <p:sldId xmlns:r="http://schemas.openxmlformats.org/officeDocument/2006/relationships" id="258" r:id="R24573e617ee3410a"/>
    <p:sldId xmlns:r="http://schemas.openxmlformats.org/officeDocument/2006/relationships" id="259" r:id="Rde4608b2dd0d4448"/>
    <p:sldId xmlns:r="http://schemas.openxmlformats.org/officeDocument/2006/relationships" id="260" r:id="Rf86f6b5db3054ead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4f8f0da33d5e4527" /><Relationship Type="http://schemas.openxmlformats.org/officeDocument/2006/relationships/viewProps" Target="/ppt/viewProps.xml" Id="R1d046c2da1b54102" /><Relationship Type="http://schemas.openxmlformats.org/officeDocument/2006/relationships/slideMaster" Target="/ppt/slideMasters/slideMaster1.xml" Id="R27657a0816f14c0c" /><Relationship Type="http://schemas.openxmlformats.org/officeDocument/2006/relationships/slide" Target="/ppt/slides/slide1.xml" Id="Rabc683523f3f4abd" /><Relationship Type="http://schemas.openxmlformats.org/officeDocument/2006/relationships/slide" Target="/ppt/slides/slide2.xml" Id="R188444f9e33d45c6" /><Relationship Type="http://schemas.openxmlformats.org/officeDocument/2006/relationships/slide" Target="/ppt/slides/slide3.xml" Id="R24573e617ee3410a" /><Relationship Type="http://schemas.openxmlformats.org/officeDocument/2006/relationships/slide" Target="/ppt/slides/slide4.xml" Id="Rde4608b2dd0d4448" /><Relationship Type="http://schemas.openxmlformats.org/officeDocument/2006/relationships/slide" Target="/ppt/slides/slide5.xml" Id="Rf86f6b5db3054ead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64072f3808fa4b63" /><Relationship Type="http://schemas.openxmlformats.org/officeDocument/2006/relationships/slideLayout" Target="/ppt/slideLayouts/slideLayout1.xml" Id="Rd03d01335486480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3d013354864807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1C1C1C"/>
      </a:accent1>
      <a:accent2>
        <a:srgbClr val="0078D7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555249b9d441c" /><Relationship Type="http://schemas.openxmlformats.org/officeDocument/2006/relationships/image" Target="/ppt/media/image.jpg" Id="R044c5aae02184a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6520459eb4530" /><Relationship Type="http://schemas.openxmlformats.org/officeDocument/2006/relationships/image" Target="/ppt/media/image2.jpg" Id="R277f8badcb1442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e57fd44e64303" /><Relationship Type="http://schemas.openxmlformats.org/officeDocument/2006/relationships/image" Target="/ppt/media/image3.jpg" Id="R66ec905f51f941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2ba2ef3df478d" /><Relationship Type="http://schemas.openxmlformats.org/officeDocument/2006/relationships/image" Target="/ppt/media/image4.jpg" Id="R8d2bd800f98546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cdf2a26824d71" /><Relationship Type="http://schemas.openxmlformats.org/officeDocument/2006/relationships/image" Target="/ppt/media/image5.jpg" Id="Rf10ac070c97a4cf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325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3839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AK-47</a:t>
            </a:r>
          </a:p>
        </p:txBody>
      </p:sp>
      <p:sp>
        <p:nvSpPr>
          <p:cNvPr id="66003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1933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AK-47, also known as the Kalashnikov, is a gas-operated assault rifle developed in the Soviet Union.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was designed by Mikhail Kalashnikov in 1947.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AK-47 is one of the most widely used firearms in the world.</a:t>
            </a:r>
          </a:p>
        </p:txBody>
      </p:sp>
      <p:pic>
        <p:nvPicPr>
          <p:cNvPr id="862898" name="TopicImage"/>
          <p:cNvPicPr/>
          <p:nvPr/>
        </p:nvPicPr>
        <p:blipFill>
          <a:blip xmlns:r="http://schemas.openxmlformats.org/officeDocument/2006/relationships" xmlns:a="http://schemas.openxmlformats.org/drawingml/2006/main" r:embed="R044c5aae02184ac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5843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90971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Design and Features</a:t>
            </a:r>
          </a:p>
        </p:txBody>
      </p:sp>
      <p:sp>
        <p:nvSpPr>
          <p:cNvPr id="43327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82734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AK-47 features a simple design that allows for easy manufacturing and maintenance.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has a rotating bolt and a long-stroke gas piston system.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rifle is known for its durability and reliability in harsh conditions.</a:t>
            </a:r>
          </a:p>
        </p:txBody>
      </p:sp>
      <p:pic>
        <p:nvPicPr>
          <p:cNvPr id="657237" name="TopicImage"/>
          <p:cNvPicPr/>
          <p:nvPr/>
        </p:nvPicPr>
        <p:blipFill>
          <a:blip xmlns:r="http://schemas.openxmlformats.org/officeDocument/2006/relationships" xmlns:a="http://schemas.openxmlformats.org/drawingml/2006/main" r:embed="R277f8badcb14423b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420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30247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Historical Context</a:t>
            </a:r>
          </a:p>
        </p:txBody>
      </p:sp>
      <p:sp>
        <p:nvSpPr>
          <p:cNvPr id="74749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0852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AK-47 was developed during the early years of the Cold War.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became the standard issue rifle for Soviet troops and many other countries.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rifle has been used in numerous conflicts worldwide since its introduction.</a:t>
            </a:r>
          </a:p>
        </p:txBody>
      </p:sp>
      <p:pic>
        <p:nvPicPr>
          <p:cNvPr id="571895" name="TopicImage"/>
          <p:cNvPicPr/>
          <p:nvPr/>
        </p:nvPicPr>
        <p:blipFill>
          <a:blip xmlns:r="http://schemas.openxmlformats.org/officeDocument/2006/relationships" xmlns:a="http://schemas.openxmlformats.org/drawingml/2006/main" r:embed="R66ec905f51f941a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098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1060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Variants of the AK-47</a:t>
            </a:r>
          </a:p>
        </p:txBody>
      </p:sp>
      <p:sp>
        <p:nvSpPr>
          <p:cNvPr id="10722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8100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There are several variants of the AK-47, including the AKM, AK-74, and others.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Each variant has specific modifications for different purposes, such as improved accuracy or reduced weight.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AK series has influenced many other firearms designs globally.</a:t>
            </a:r>
          </a:p>
        </p:txBody>
      </p:sp>
      <p:pic>
        <p:nvPicPr>
          <p:cNvPr id="142971" name="TopicImage"/>
          <p:cNvPicPr/>
          <p:nvPr/>
        </p:nvPicPr>
        <p:blipFill>
          <a:blip xmlns:r="http://schemas.openxmlformats.org/officeDocument/2006/relationships" xmlns:a="http://schemas.openxmlformats.org/drawingml/2006/main" r:embed="R8d2bd800f985465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783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8249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Cultural Impact</a:t>
            </a:r>
          </a:p>
        </p:txBody>
      </p:sp>
      <p:sp>
        <p:nvSpPr>
          <p:cNvPr id="51775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2858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AK-47 has become a symbol of revolution and resistance in various cultures.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has been featured in numerous films, video games, and literature.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rifle's image is often associated with guerrilla warfare and insurgency.</a:t>
            </a:r>
          </a:p>
        </p:txBody>
      </p:sp>
      <p:pic>
        <p:nvPicPr>
          <p:cNvPr id="900999" name="TopicImage"/>
          <p:cNvPicPr/>
          <p:nvPr/>
        </p:nvPicPr>
        <p:blipFill>
          <a:blip xmlns:r="http://schemas.openxmlformats.org/officeDocument/2006/relationships" xmlns:a="http://schemas.openxmlformats.org/drawingml/2006/main" r:embed="Rf10ac070c97a4cf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