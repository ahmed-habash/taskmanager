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9f70b806f2a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1b0cf77be428b"/>
  </p:sldMasterIdLst>
  <p:sldIdLst>
    <p:sldId xmlns:r="http://schemas.openxmlformats.org/officeDocument/2006/relationships" id="256" r:id="R4330da2a544a4970"/>
    <p:sldId xmlns:r="http://schemas.openxmlformats.org/officeDocument/2006/relationships" id="257" r:id="R1caba374b18a4365"/>
    <p:sldId xmlns:r="http://schemas.openxmlformats.org/officeDocument/2006/relationships" id="258" r:id="Ra0b16abf98e74f86"/>
    <p:sldId xmlns:r="http://schemas.openxmlformats.org/officeDocument/2006/relationships" id="259" r:id="R31706df754a04db3"/>
    <p:sldId xmlns:r="http://schemas.openxmlformats.org/officeDocument/2006/relationships" id="260" r:id="Re8491c3fcd844ad2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1b0cf77be428b" /><Relationship Type="http://schemas.openxmlformats.org/officeDocument/2006/relationships/slide" Target="/ppt/slides/slide1.xml" Id="R4330da2a544a4970" /><Relationship Type="http://schemas.openxmlformats.org/officeDocument/2006/relationships/slide" Target="/ppt/slides/slide2.xml" Id="R1caba374b18a4365" /><Relationship Type="http://schemas.openxmlformats.org/officeDocument/2006/relationships/slide" Target="/ppt/slides/slide3.xml" Id="Ra0b16abf98e74f86" /><Relationship Type="http://schemas.openxmlformats.org/officeDocument/2006/relationships/slide" Target="/ppt/slides/slide4.xml" Id="R31706df754a04db3" /><Relationship Type="http://schemas.openxmlformats.org/officeDocument/2006/relationships/slide" Target="/ppt/slides/slide5.xml" Id="Re8491c3fcd844ad2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989ec372d4fde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a3fc578d24c28" /><Relationship Type="http://schemas.openxmlformats.org/officeDocument/2006/relationships/image" Target="/ppt/media/image.jpg" Id="R4dc51c7522c945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1f4de9ec94d54" /><Relationship Type="http://schemas.openxmlformats.org/officeDocument/2006/relationships/image" Target="/ppt/media/image2.jpg" Id="R0732d6e8a47947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11342c7d349a1" /><Relationship Type="http://schemas.openxmlformats.org/officeDocument/2006/relationships/image" Target="/ppt/media/image3.jpg" Id="Rb1d6d325628a46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f6d859eb24aa7" /><Relationship Type="http://schemas.openxmlformats.org/officeDocument/2006/relationships/image" Target="/ppt/media/image4.jpg" Id="R2a1604291e4d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b55ce0d4d4a56" /><Relationship Type="http://schemas.openxmlformats.org/officeDocument/2006/relationships/image" Target="/ppt/media/image5.jpg" Id="R80714de4055547ca" /></Relationships>
</file>

<file path=ppt/slides/slide1.xml><?xml version="1.0" encoding="utf-8"?>
<p:sld xmlns:p="http://schemas.openxmlformats.org/presentationml/2006/main">
  <p:cSld>
    <p:spTree>
      <p:sp>
        <p:nvSpPr>
          <p:cNvPr id="8850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65E"/>
          </a:solidFill>
        </p:spPr>
      </p:sp>
      <p:sp>
        <p:nvSpPr>
          <p:cNvPr id="2140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Ducks</a:t>
            </a:r>
          </a:p>
        </p:txBody>
      </p:sp>
      <p:sp>
        <p:nvSpPr>
          <p:cNvPr id="9027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A5"/>
          </a:solidFill>
        </p:spPr>
      </p:sp>
      <p:sp>
        <p:nvSpPr>
          <p:cNvPr id="1474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Overview of various duck species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Characteristics of mallards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Wood duck habitat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Differences between domestic and wild ducks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ducks in ecosystems</a:t>
            </a:r>
          </a:p>
        </p:txBody>
      </p:sp>
      <p:pic>
        <p:nvPicPr>
          <p:cNvPr id="98439" name="TopicImage"/>
          <p:cNvPicPr/>
          <p:nvPr/>
        </p:nvPicPr>
        <p:blipFill>
          <a:blip xmlns:r="http://schemas.openxmlformats.org/officeDocument/2006/relationships" xmlns:a="http://schemas.openxmlformats.org/drawingml/2006/main" r:embed="R4dc51c7522c945a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4738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65E"/>
          </a:solidFill>
        </p:spPr>
      </p:sp>
      <p:sp>
        <p:nvSpPr>
          <p:cNvPr id="460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Duck Behavior</a:t>
            </a:r>
          </a:p>
        </p:txBody>
      </p:sp>
      <p:sp>
        <p:nvSpPr>
          <p:cNvPr id="8644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A5"/>
          </a:solidFill>
        </p:spPr>
      </p:sp>
      <p:sp>
        <p:nvSpPr>
          <p:cNvPr id="6101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Social behavior of ducks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Feeding habits and diet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Nesting and breeding practices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Migration patterns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Communication methods among ducks</a:t>
            </a:r>
          </a:p>
        </p:txBody>
      </p:sp>
      <p:pic>
        <p:nvPicPr>
          <p:cNvPr id="30938" name="TopicImage"/>
          <p:cNvPicPr/>
          <p:nvPr/>
        </p:nvPicPr>
        <p:blipFill>
          <a:blip xmlns:r="http://schemas.openxmlformats.org/officeDocument/2006/relationships" xmlns:a="http://schemas.openxmlformats.org/drawingml/2006/main" r:embed="R0732d6e8a47947f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4515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65E"/>
          </a:solidFill>
        </p:spPr>
      </p:sp>
      <p:sp>
        <p:nvSpPr>
          <p:cNvPr id="702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Ducks in Culture</a:t>
            </a:r>
          </a:p>
        </p:txBody>
      </p:sp>
      <p:sp>
        <p:nvSpPr>
          <p:cNvPr id="4137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A5"/>
          </a:solidFill>
        </p:spPr>
      </p:sp>
      <p:sp>
        <p:nvSpPr>
          <p:cNvPr id="6672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Ducks in folklore and stories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Representation in media and cartoons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Duck hunting traditions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for ducks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Ducks as pets</a:t>
            </a:r>
          </a:p>
        </p:txBody>
      </p:sp>
      <p:pic>
        <p:nvPicPr>
          <p:cNvPr id="73016" name="TopicImage"/>
          <p:cNvPicPr/>
          <p:nvPr/>
        </p:nvPicPr>
        <p:blipFill>
          <a:blip xmlns:r="http://schemas.openxmlformats.org/officeDocument/2006/relationships" xmlns:a="http://schemas.openxmlformats.org/drawingml/2006/main" r:embed="Rb1d6d325628a46e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9746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65E"/>
          </a:solidFill>
        </p:spPr>
      </p:sp>
      <p:sp>
        <p:nvSpPr>
          <p:cNvPr id="780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Duck Conservation</a:t>
            </a:r>
          </a:p>
        </p:txBody>
      </p:sp>
      <p:sp>
        <p:nvSpPr>
          <p:cNvPr id="1324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A5"/>
          </a:solidFill>
        </p:spPr>
      </p:sp>
      <p:sp>
        <p:nvSpPr>
          <p:cNvPr id="348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wetland habitats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Threats to duck populations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programs and initiatives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Role of organizations in duck preservation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How individuals can help</a:t>
            </a:r>
          </a:p>
        </p:txBody>
      </p:sp>
      <p:pic>
        <p:nvPicPr>
          <p:cNvPr id="41792" name="TopicImage"/>
          <p:cNvPicPr/>
          <p:nvPr/>
        </p:nvPicPr>
        <p:blipFill>
          <a:blip xmlns:r="http://schemas.openxmlformats.org/officeDocument/2006/relationships" xmlns:a="http://schemas.openxmlformats.org/drawingml/2006/main" r:embed="R2a1604291e4d41d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8254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65E"/>
          </a:solidFill>
        </p:spPr>
      </p:sp>
      <p:sp>
        <p:nvSpPr>
          <p:cNvPr id="8107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Fun Facts About Ducks</a:t>
            </a:r>
          </a:p>
        </p:txBody>
      </p:sp>
      <p:sp>
        <p:nvSpPr>
          <p:cNvPr id="5937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A5"/>
          </a:solidFill>
        </p:spPr>
      </p:sp>
      <p:sp>
        <p:nvSpPr>
          <p:cNvPr id="98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Unique facts about ducks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Lifespan and growth of ducklings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Quacking vs. non-quacking ducks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Cultural significance of ducks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Interesting duck trivia</a:t>
            </a:r>
          </a:p>
        </p:txBody>
      </p:sp>
      <p:pic>
        <p:nvPicPr>
          <p:cNvPr id="92802" name="TopicImage"/>
          <p:cNvPicPr/>
          <p:nvPr/>
        </p:nvPicPr>
        <p:blipFill>
          <a:blip xmlns:r="http://schemas.openxmlformats.org/officeDocument/2006/relationships" xmlns:a="http://schemas.openxmlformats.org/drawingml/2006/main" r:embed="R80714de4055547c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