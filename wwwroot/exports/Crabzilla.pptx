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67362993c6b4b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d82c7028604e7e"/>
  </p:sldMasterIdLst>
  <p:sldIdLst>
    <p:sldId xmlns:r="http://schemas.openxmlformats.org/officeDocument/2006/relationships" id="256" r:id="R21fc21eef14e4bc5"/>
    <p:sldId xmlns:r="http://schemas.openxmlformats.org/officeDocument/2006/relationships" id="257" r:id="R35d1a1d5f42e4a6e"/>
    <p:sldId xmlns:r="http://schemas.openxmlformats.org/officeDocument/2006/relationships" id="258" r:id="R05a7b43247744e1c"/>
    <p:sldId xmlns:r="http://schemas.openxmlformats.org/officeDocument/2006/relationships" id="259" r:id="Rb055e56f2285461c"/>
    <p:sldId xmlns:r="http://schemas.openxmlformats.org/officeDocument/2006/relationships" id="260" r:id="R08d3c30acc114ab4"/>
    <p:sldId xmlns:r="http://schemas.openxmlformats.org/officeDocument/2006/relationships" id="261" r:id="Rb80735b6edcf4817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0dcb96eba39f443f" /><Relationship Type="http://schemas.openxmlformats.org/officeDocument/2006/relationships/viewProps" Target="/ppt/viewProps.xml" Id="R2b30f8d88d874f74" /><Relationship Type="http://schemas.openxmlformats.org/officeDocument/2006/relationships/slideMaster" Target="/ppt/slideMasters/slideMaster1.xml" Id="Redd82c7028604e7e" /><Relationship Type="http://schemas.openxmlformats.org/officeDocument/2006/relationships/slide" Target="/ppt/slides/slide1.xml" Id="R21fc21eef14e4bc5" /><Relationship Type="http://schemas.openxmlformats.org/officeDocument/2006/relationships/slide" Target="/ppt/slides/slide2.xml" Id="R35d1a1d5f42e4a6e" /><Relationship Type="http://schemas.openxmlformats.org/officeDocument/2006/relationships/slide" Target="/ppt/slides/slide3.xml" Id="R05a7b43247744e1c" /><Relationship Type="http://schemas.openxmlformats.org/officeDocument/2006/relationships/slide" Target="/ppt/slides/slide4.xml" Id="Rb055e56f2285461c" /><Relationship Type="http://schemas.openxmlformats.org/officeDocument/2006/relationships/slide" Target="/ppt/slides/slide5.xml" Id="R08d3c30acc114ab4" /><Relationship Type="http://schemas.openxmlformats.org/officeDocument/2006/relationships/slide" Target="/ppt/slides/slide6.xml" Id="Rb80735b6edcf4817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6549003133d46e8" /><Relationship Type="http://schemas.openxmlformats.org/officeDocument/2006/relationships/slideLayout" Target="/ppt/slideLayouts/slideLayout1.xml" Id="Rd388eecd71654a9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8eecd71654a95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2db80918141fa" /><Relationship Type="http://schemas.openxmlformats.org/officeDocument/2006/relationships/image" Target="/ppt/media/image.jpg" Id="Reccf9c95594c4f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1d8b003604534" /><Relationship Type="http://schemas.openxmlformats.org/officeDocument/2006/relationships/image" Target="/ppt/media/image2.jpg" Id="Rb9fa34c081b3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bd5f0847e4e58" /><Relationship Type="http://schemas.openxmlformats.org/officeDocument/2006/relationships/image" Target="/ppt/media/image3.jpg" Id="R05d61a942da040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502770d834155" /><Relationship Type="http://schemas.openxmlformats.org/officeDocument/2006/relationships/image" Target="/ppt/media/image4.jpg" Id="R3392c727feac43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9b49d406d4174" /><Relationship Type="http://schemas.openxmlformats.org/officeDocument/2006/relationships/image" Target="/ppt/media/image5.jpg" Id="Rf5ac0245d46746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34427adc54e18" /><Relationship Type="http://schemas.openxmlformats.org/officeDocument/2006/relationships/image" Target="/ppt/media/image6.jpg" Id="Rfbccad2bd6bb42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943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822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Crabzilla</a:t>
            </a:r>
          </a:p>
        </p:txBody>
      </p:sp>
      <p:sp>
        <p:nvSpPr>
          <p:cNvPr id="65446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4071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Crabzilla is a mythical giant crab said to inhabit the ocean depths.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often depicted as a massive creature, much larger than any known crab species.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explores the lore, characteristics, and cultural significance of Crabzilla.</a:t>
            </a:r>
          </a:p>
        </p:txBody>
      </p:sp>
      <p:pic>
        <p:nvPicPr>
          <p:cNvPr id="357875" name="TopicImage"/>
          <p:cNvPicPr/>
          <p:nvPr/>
        </p:nvPicPr>
        <p:blipFill>
          <a:blip xmlns:r="http://schemas.openxmlformats.org/officeDocument/2006/relationships" xmlns:a="http://schemas.openxmlformats.org/drawingml/2006/main" r:embed="Reccf9c95594c4f1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35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5671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Mythical Origins</a:t>
            </a:r>
          </a:p>
        </p:txBody>
      </p:sp>
      <p:sp>
        <p:nvSpPr>
          <p:cNvPr id="92126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4643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legend of Crabzilla originates from various coastal folklore.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Many cultures have tales of giant sea creatures, with Crabzilla being one of the most famous.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These stories often serve as cautionary tales about the dangers of the sea.</a:t>
            </a:r>
          </a:p>
        </p:txBody>
      </p:sp>
      <p:pic>
        <p:nvPicPr>
          <p:cNvPr id="253191" name="TopicImage"/>
          <p:cNvPicPr/>
          <p:nvPr/>
        </p:nvPicPr>
        <p:blipFill>
          <a:blip xmlns:r="http://schemas.openxmlformats.org/officeDocument/2006/relationships" xmlns:a="http://schemas.openxmlformats.org/drawingml/2006/main" r:embed="Rb9fa34c081b3490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543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566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Physical Characteristics</a:t>
            </a:r>
          </a:p>
        </p:txBody>
      </p:sp>
      <p:sp>
        <p:nvSpPr>
          <p:cNvPr id="75284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911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Crabzilla is described as having enormous claws capable of crushing ships.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Its shell is said to be armored and covered in barnacles and seaweed.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creature's size is often exaggerated, with some tales claiming it can reach lengths of over 50 feet.</a:t>
            </a:r>
          </a:p>
        </p:txBody>
      </p:sp>
      <p:pic>
        <p:nvPicPr>
          <p:cNvPr id="521766" name="TopicImage"/>
          <p:cNvPicPr/>
          <p:nvPr/>
        </p:nvPicPr>
        <p:blipFill>
          <a:blip xmlns:r="http://schemas.openxmlformats.org/officeDocument/2006/relationships" xmlns:a="http://schemas.openxmlformats.org/drawingml/2006/main" r:embed="R05d61a942da040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737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157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Habitat and Behavior</a:t>
            </a:r>
          </a:p>
        </p:txBody>
      </p:sp>
      <p:sp>
        <p:nvSpPr>
          <p:cNvPr id="30403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140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Crabzilla is believed to dwell in the deep ocean, often near coral reefs.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depicted as a solitary predator, hunting smaller marine animals.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Some stories suggest it can create whirlpools to trap prey.</a:t>
            </a:r>
          </a:p>
        </p:txBody>
      </p:sp>
      <p:pic>
        <p:nvPicPr>
          <p:cNvPr id="735383" name="TopicImage"/>
          <p:cNvPicPr/>
          <p:nvPr/>
        </p:nvPicPr>
        <p:blipFill>
          <a:blip xmlns:r="http://schemas.openxmlformats.org/officeDocument/2006/relationships" xmlns:a="http://schemas.openxmlformats.org/drawingml/2006/main" r:embed="R3392c727feac43b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801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6750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Cultural Impact</a:t>
            </a:r>
          </a:p>
        </p:txBody>
      </p:sp>
      <p:sp>
        <p:nvSpPr>
          <p:cNvPr id="74627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0086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Crabzilla has inspired various forms of media, including films and books.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often featured in horror and adventure genres, symbolizing the unknown dangers of the sea.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Artists have created numerous interpretations of Crabzilla, showcasing its mythical nature.</a:t>
            </a:r>
          </a:p>
        </p:txBody>
      </p:sp>
      <p:pic>
        <p:nvPicPr>
          <p:cNvPr id="150062" name="TopicImage"/>
          <p:cNvPicPr/>
          <p:nvPr/>
        </p:nvPicPr>
        <p:blipFill>
          <a:blip xmlns:r="http://schemas.openxmlformats.org/officeDocument/2006/relationships" xmlns:a="http://schemas.openxmlformats.org/drawingml/2006/main" r:embed="Rf5ac0245d467460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563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904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6068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5100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Crabzilla remains a fascinating subject in marine mythology.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Its legend highlights humanity's fear and fascination with the ocean's depths.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As ocean exploration continues, the line between myth and reality may blur.</a:t>
            </a:r>
          </a:p>
        </p:txBody>
      </p:sp>
      <p:pic>
        <p:nvPicPr>
          <p:cNvPr id="554643" name="TopicImage"/>
          <p:cNvPicPr/>
          <p:nvPr/>
        </p:nvPicPr>
        <p:blipFill>
          <a:blip xmlns:r="http://schemas.openxmlformats.org/officeDocument/2006/relationships" xmlns:a="http://schemas.openxmlformats.org/drawingml/2006/main" r:embed="Rfbccad2bd6bb42c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