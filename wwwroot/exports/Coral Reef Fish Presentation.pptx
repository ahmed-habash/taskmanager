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e02de68105642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055be92cd4f11"/>
  </p:sldMasterIdLst>
  <p:sldIdLst>
    <p:sldId xmlns:r="http://schemas.openxmlformats.org/officeDocument/2006/relationships" id="256" r:id="R69f108c69c89488f"/>
    <p:sldId xmlns:r="http://schemas.openxmlformats.org/officeDocument/2006/relationships" id="257" r:id="R23ec19a565754fb3"/>
    <p:sldId xmlns:r="http://schemas.openxmlformats.org/officeDocument/2006/relationships" id="258" r:id="Rf030f46b331d446b"/>
    <p:sldId xmlns:r="http://schemas.openxmlformats.org/officeDocument/2006/relationships" id="259" r:id="Rc272b42a061f4240"/>
    <p:sldId xmlns:r="http://schemas.openxmlformats.org/officeDocument/2006/relationships" id="260" r:id="R775ed2495fe14c30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055be92cd4f11" /><Relationship Type="http://schemas.openxmlformats.org/officeDocument/2006/relationships/slide" Target="/ppt/slides/slide1.xml" Id="R69f108c69c89488f" /><Relationship Type="http://schemas.openxmlformats.org/officeDocument/2006/relationships/slide" Target="/ppt/slides/slide2.xml" Id="R23ec19a565754fb3" /><Relationship Type="http://schemas.openxmlformats.org/officeDocument/2006/relationships/slide" Target="/ppt/slides/slide3.xml" Id="Rf030f46b331d446b" /><Relationship Type="http://schemas.openxmlformats.org/officeDocument/2006/relationships/slide" Target="/ppt/slides/slide4.xml" Id="Rc272b42a061f4240" /><Relationship Type="http://schemas.openxmlformats.org/officeDocument/2006/relationships/slide" Target="/ppt/slides/slide5.xml" Id="R775ed2495fe14c30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c39048bef44d4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9dbd5f9424c6b" /><Relationship Type="http://schemas.openxmlformats.org/officeDocument/2006/relationships/image" Target="/ppt/media/image.jpg" Id="R33b850789f3c40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317193a4b411f" /><Relationship Type="http://schemas.openxmlformats.org/officeDocument/2006/relationships/image" Target="/ppt/media/image2.jpg" Id="R7eaba71ce321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5ebf819824128" /><Relationship Type="http://schemas.openxmlformats.org/officeDocument/2006/relationships/image" Target="/ppt/media/image3.jpg" Id="R838b9ff2ceff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6e103d68c430a" /><Relationship Type="http://schemas.openxmlformats.org/officeDocument/2006/relationships/image" Target="/ppt/media/image4.jpg" Id="R0f534abe089f4b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fa5b7b2cb4b32" /><Relationship Type="http://schemas.openxmlformats.org/officeDocument/2006/relationships/image" Target="/ppt/media/image5.jpg" Id="R0657376cc61a40c9" /></Relationships>
</file>

<file path=ppt/slides/slide1.xml><?xml version="1.0" encoding="utf-8"?>
<p:sld xmlns:p="http://schemas.openxmlformats.org/presentationml/2006/main">
  <p:cSld>
    <p:spTree>
      <p:sp>
        <p:nvSpPr>
          <p:cNvPr id="7886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5322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Coral Reef Fish</a:t>
            </a:r>
          </a:p>
        </p:txBody>
      </p:sp>
      <p:sp>
        <p:nvSpPr>
          <p:cNvPr id="2665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3453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Coral reefs are vibrant ecosystems found in warm ocean waters.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Home to a diverse range of fish species.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Coral reefs provide shelter and breeding grounds for fish.</a:t>
            </a:r>
          </a:p>
        </p:txBody>
      </p:sp>
      <p:pic>
        <p:nvPicPr>
          <p:cNvPr id="26416" name="TopicImage"/>
          <p:cNvPicPr/>
          <p:nvPr/>
        </p:nvPicPr>
        <p:blipFill>
          <a:blip xmlns:r="http://schemas.openxmlformats.org/officeDocument/2006/relationships" xmlns:a="http://schemas.openxmlformats.org/drawingml/2006/main" r:embed="R33b850789f3c408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5272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1003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Types of Coral Reef Fish</a:t>
            </a:r>
          </a:p>
        </p:txBody>
      </p:sp>
      <p:sp>
        <p:nvSpPr>
          <p:cNvPr id="1360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6233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Clownfish: Known for their symbiotic relationship with sea anemones.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Parrotfish: Recognizable by their beak-like teeth used for eating coral.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Angelfish: Brightly colored and often found in pairs.</a:t>
            </a:r>
          </a:p>
        </p:txBody>
      </p:sp>
      <p:pic>
        <p:nvPicPr>
          <p:cNvPr id="81697" name="TopicImage"/>
          <p:cNvPicPr/>
          <p:nvPr/>
        </p:nvPicPr>
        <p:blipFill>
          <a:blip xmlns:r="http://schemas.openxmlformats.org/officeDocument/2006/relationships" xmlns:a="http://schemas.openxmlformats.org/drawingml/2006/main" r:embed="R7eaba71ce3214a9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304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7936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Importance of Coral Reef Fish</a:t>
            </a:r>
          </a:p>
        </p:txBody>
      </p:sp>
      <p:sp>
        <p:nvSpPr>
          <p:cNvPr id="3310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8928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Coral reef fish contribute to biodiversity and ecosystem health.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play a role in maintaining the balance of marine life.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are crucial for their survival.</a:t>
            </a:r>
          </a:p>
        </p:txBody>
      </p:sp>
      <p:pic>
        <p:nvPicPr>
          <p:cNvPr id="6241" name="TopicImage"/>
          <p:cNvPicPr/>
          <p:nvPr/>
        </p:nvPicPr>
        <p:blipFill>
          <a:blip xmlns:r="http://schemas.openxmlformats.org/officeDocument/2006/relationships" xmlns:a="http://schemas.openxmlformats.org/drawingml/2006/main" r:embed="R838b9ff2ceff4d6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2017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336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Threats to Coral Reef Fish</a:t>
            </a:r>
          </a:p>
        </p:txBody>
      </p:sp>
      <p:sp>
        <p:nvSpPr>
          <p:cNvPr id="5196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3462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Pollution and habitat destruction threaten coral reefs.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Overfishing disrupts the balance of fish populations.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Climate change leads to coral bleaching and loss of habitat.</a:t>
            </a:r>
          </a:p>
        </p:txBody>
      </p:sp>
      <p:pic>
        <p:nvPicPr>
          <p:cNvPr id="70120" name="TopicImage"/>
          <p:cNvPicPr/>
          <p:nvPr/>
        </p:nvPicPr>
        <p:blipFill>
          <a:blip xmlns:r="http://schemas.openxmlformats.org/officeDocument/2006/relationships" xmlns:a="http://schemas.openxmlformats.org/drawingml/2006/main" r:embed="R0f534abe089f4b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3521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250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Conservation Efforts</a:t>
            </a:r>
          </a:p>
        </p:txBody>
      </p:sp>
      <p:sp>
        <p:nvSpPr>
          <p:cNvPr id="5539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1873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Establishing marine protected areas to safeguard habitats.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Promoting sustainable fishing practices.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Raising awareness about the importance of coral reef ecosystems.</a:t>
            </a:r>
          </a:p>
        </p:txBody>
      </p:sp>
      <p:pic>
        <p:nvPicPr>
          <p:cNvPr id="27997" name="TopicImage"/>
          <p:cNvPicPr/>
          <p:nvPr/>
        </p:nvPicPr>
        <p:blipFill>
          <a:blip xmlns:r="http://schemas.openxmlformats.org/officeDocument/2006/relationships" xmlns:a="http://schemas.openxmlformats.org/drawingml/2006/main" r:embed="R0657376cc61a40c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