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f2707c0c7e746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e4094bd9e2434d"/>
  </p:sldMasterIdLst>
  <p:sldIdLst>
    <p:sldId xmlns:r="http://schemas.openxmlformats.org/officeDocument/2006/relationships" id="256" r:id="R223db44e2c55478f"/>
    <p:sldId xmlns:r="http://schemas.openxmlformats.org/officeDocument/2006/relationships" id="257" r:id="R2681e5a86d274184"/>
    <p:sldId xmlns:r="http://schemas.openxmlformats.org/officeDocument/2006/relationships" id="258" r:id="R6ec61b62ade04dfb"/>
    <p:sldId xmlns:r="http://schemas.openxmlformats.org/officeDocument/2006/relationships" id="259" r:id="R9f7827717fba4e73"/>
    <p:sldId xmlns:r="http://schemas.openxmlformats.org/officeDocument/2006/relationships" id="260" r:id="R9b79d6007e144d5f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4094bd9e2434d" /><Relationship Type="http://schemas.openxmlformats.org/officeDocument/2006/relationships/slide" Target="/ppt/slides/slide1.xml" Id="R223db44e2c55478f" /><Relationship Type="http://schemas.openxmlformats.org/officeDocument/2006/relationships/slide" Target="/ppt/slides/slide2.xml" Id="R2681e5a86d274184" /><Relationship Type="http://schemas.openxmlformats.org/officeDocument/2006/relationships/slide" Target="/ppt/slides/slide3.xml" Id="R6ec61b62ade04dfb" /><Relationship Type="http://schemas.openxmlformats.org/officeDocument/2006/relationships/slide" Target="/ppt/slides/slide4.xml" Id="R9f7827717fba4e73" /><Relationship Type="http://schemas.openxmlformats.org/officeDocument/2006/relationships/slide" Target="/ppt/slides/slide5.xml" Id="R9b79d6007e144d5f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15f39683f46e5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02de6143f4244" /><Relationship Type="http://schemas.openxmlformats.org/officeDocument/2006/relationships/image" Target="/ppt/media/image.jpg" Id="Re733eee3be7443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6053118a64d2d" /><Relationship Type="http://schemas.openxmlformats.org/officeDocument/2006/relationships/image" Target="/ppt/media/image2.jpg" Id="R85b1f8ddb1e6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8561a7818425c" /><Relationship Type="http://schemas.openxmlformats.org/officeDocument/2006/relationships/image" Target="/ppt/media/image3.jpg" Id="R08c1f780a39848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6952c7674457d" /><Relationship Type="http://schemas.openxmlformats.org/officeDocument/2006/relationships/image" Target="/ppt/media/image4.jpg" Id="R462206e9470740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0bae5334e43b4" /><Relationship Type="http://schemas.openxmlformats.org/officeDocument/2006/relationships/image" Target="/ppt/media/image5.jpg" Id="Rec547215e4174208" /></Relationships>
</file>

<file path=ppt/slides/slide1.xml><?xml version="1.0" encoding="utf-8"?>
<p:sld xmlns:p="http://schemas.openxmlformats.org/presentationml/2006/main">
  <p:cSld>
    <p:spTree>
      <p:sp>
        <p:nvSpPr>
          <p:cNvPr id="1318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2853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Popular Dog Breeds</a:t>
            </a:r>
          </a:p>
        </p:txBody>
      </p:sp>
      <p:sp>
        <p:nvSpPr>
          <p:cNvPr id="908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</p:sp>
      <p:sp>
        <p:nvSpPr>
          <p:cNvPr id="5887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Labrador Retriever: Friendly and outgoing.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German Shepherd: Intelligent and versatile.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Golden Retriever: Loyal and friendly.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Bulldog: Calm and courageous.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Beagle: Curious and friendly.</a:t>
            </a:r>
          </a:p>
        </p:txBody>
      </p:sp>
      <p:pic>
        <p:nvPicPr>
          <p:cNvPr id="25544" name="TopicImage"/>
          <p:cNvPicPr/>
          <p:nvPr/>
        </p:nvPicPr>
        <p:blipFill>
          <a:blip xmlns:r="http://schemas.openxmlformats.org/officeDocument/2006/relationships" xmlns:a="http://schemas.openxmlformats.org/drawingml/2006/main" r:embed="Re733eee3be74436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4315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145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Working Dog Breeds</a:t>
            </a:r>
          </a:p>
        </p:txBody>
      </p:sp>
      <p:sp>
        <p:nvSpPr>
          <p:cNvPr id="1911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</p:sp>
      <p:sp>
        <p:nvSpPr>
          <p:cNvPr id="1214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Siberian Husky: Energetic and resilient.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Boxer: Playful and loyal.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Rottweiler: Confident and fearless.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Doberman Pinscher: Alert and loyal.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Great Dane: Gentle giant and friendly.</a:t>
            </a:r>
          </a:p>
        </p:txBody>
      </p:sp>
      <p:pic>
        <p:nvPicPr>
          <p:cNvPr id="67805" name="TopicImage"/>
          <p:cNvPicPr/>
          <p:nvPr/>
        </p:nvPicPr>
        <p:blipFill>
          <a:blip xmlns:r="http://schemas.openxmlformats.org/officeDocument/2006/relationships" xmlns:a="http://schemas.openxmlformats.org/drawingml/2006/main" r:embed="R85b1f8ddb1e646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7026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6613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Toy Dog Breeds</a:t>
            </a:r>
          </a:p>
        </p:txBody>
      </p:sp>
      <p:sp>
        <p:nvSpPr>
          <p:cNvPr id="6650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</p:sp>
      <p:sp>
        <p:nvSpPr>
          <p:cNvPr id="7887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Chihuahua: Lively and alert.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Pomeranian: Playful and friendly.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Yorkshire Terrier: Spirited and brave.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Maltese: Gentle and playful.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Shih Tzu: Affectionate and outgoing.</a:t>
            </a:r>
          </a:p>
        </p:txBody>
      </p:sp>
      <p:pic>
        <p:nvPicPr>
          <p:cNvPr id="70200" name="TopicImage"/>
          <p:cNvPicPr/>
          <p:nvPr/>
        </p:nvPicPr>
        <p:blipFill>
          <a:blip xmlns:r="http://schemas.openxmlformats.org/officeDocument/2006/relationships" xmlns:a="http://schemas.openxmlformats.org/drawingml/2006/main" r:embed="R08c1f780a39848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8257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5278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Sporting Dog Breeds</a:t>
            </a:r>
          </a:p>
        </p:txBody>
      </p:sp>
      <p:sp>
        <p:nvSpPr>
          <p:cNvPr id="1930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</p:sp>
      <p:sp>
        <p:nvSpPr>
          <p:cNvPr id="5534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Cocker Spaniel: Gentle and affectionate.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English Springer Spaniel: Energetic and friendly.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Weimaraner: Intelligent and energetic.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Pointer: Energetic and alert.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Vizsla: Loyal and affectionate.</a:t>
            </a:r>
          </a:p>
        </p:txBody>
      </p:sp>
      <p:pic>
        <p:nvPicPr>
          <p:cNvPr id="67811" name="TopicImage"/>
          <p:cNvPicPr/>
          <p:nvPr/>
        </p:nvPicPr>
        <p:blipFill>
          <a:blip xmlns:r="http://schemas.openxmlformats.org/officeDocument/2006/relationships" xmlns:a="http://schemas.openxmlformats.org/drawingml/2006/main" r:embed="R462206e94707406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5429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813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Hound Dog Breeds</a:t>
            </a:r>
          </a:p>
        </p:txBody>
      </p:sp>
      <p:sp>
        <p:nvSpPr>
          <p:cNvPr id="8424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</p:sp>
      <p:sp>
        <p:nvSpPr>
          <p:cNvPr id="4609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Basset Hound: Laid-back and friendly.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Bloodhound: Curious and friendly.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Dachshund: Clever and courageous.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Greyhound: Gentle and affectionate.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Whippet: Friendly and playful.</a:t>
            </a:r>
          </a:p>
        </p:txBody>
      </p:sp>
      <p:pic>
        <p:nvPicPr>
          <p:cNvPr id="10070" name="TopicImage"/>
          <p:cNvPicPr/>
          <p:nvPr/>
        </p:nvPicPr>
        <p:blipFill>
          <a:blip xmlns:r="http://schemas.openxmlformats.org/officeDocument/2006/relationships" xmlns:a="http://schemas.openxmlformats.org/drawingml/2006/main" r:embed="Rec547215e41742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