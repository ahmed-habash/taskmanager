
<file path=[Content_Types].xml><?xml version="1.0" encoding="utf-8"?>
<Types xmlns="http://schemas.openxmlformats.org/package/2006/content-types">
  <Default Extension="xml" ContentType="application/vnd.openxmlformats-officedocument.presentationml.presentation.main+xml"/>
  <Default Extension="jpg" ContentType="image/jpeg"/>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3d48f358852047e0" /></Relationships>
</file>

<file path=ppt/presentation.xml><?xml version="1.0" encoding="utf-8"?>
<p:presentation xmlns:p="http://schemas.openxmlformats.org/presentationml/2006/main">
  <p:sldMasterIdLst>
    <p:sldMasterId xmlns:r="http://schemas.openxmlformats.org/officeDocument/2006/relationships" id="2147483648" r:id="Rb3d2e7239b5a4338"/>
  </p:sldMasterIdLst>
  <p:sldIdLst>
    <p:sldId xmlns:r="http://schemas.openxmlformats.org/officeDocument/2006/relationships" id="256" r:id="Ra1992c16a39d4253"/>
  </p:sldIdLst>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b3d2e7239b5a4338" /><Relationship Type="http://schemas.openxmlformats.org/officeDocument/2006/relationships/slide" Target="/ppt/slides/slide1.xml" Id="Ra1992c16a39d4253" /></Relationships>
</file>

<file path=ppt/slideLayouts/slideLayout1.xml><?xml version="1.0" encoding="utf-8"?>
<p:sldLayout xmlns:p="http://schemas.openxmlformats.org/presentationml/2006/main">
  <p:cSld>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3f621087379745bd" /></Relationships>
</file>

<file path=ppt/slideMasters/slideMaster1.xml><?xml version="1.0" encoding="utf-8"?>
<p:sldMaster xmlns:p="http://schemas.openxmlformats.org/presentationml/2006/main">
  <p:cSld>
    <p:spTree/>
  </p:cSld>
  <p:clrMap bg1="lt1" tx1="dk1" bg2="lt2" tx2="dk2" accent1="accent1" accent2="accent2" accent3="accent3" accent4="accent4" accent5="accent5" accent6="accent6" hlink="hlink" folHlink="folHlink"/>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7d49e541d2c04ac4" /><Relationship Type="http://schemas.openxmlformats.org/officeDocument/2006/relationships/image" Target="/ppt/media/image.jpg" Id="R4aa5f7deeed349ac" /></Relationships>
</file>

<file path=ppt/slides/slide1.xml><?xml version="1.0" encoding="utf-8"?>
<p:sld xmlns:p="http://schemas.openxmlformats.org/presentationml/2006/main">
  <p:cSld>
    <p:spTree>
      <p:sp>
        <p:nvSpPr>
          <p:cNvPr id="13282" name="Background"/>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5733"/>
          </a:solidFill>
        </p:spPr>
      </p:sp>
      <p:sp>
        <p:nvSpPr>
          <p:cNvPr id="52607" name="TextBox"/>
          <p:cNvSpPr>
            <a:spLocks xmlns:a="http://schemas.openxmlformats.org/drawingml/2006/main" noGrp="1"/>
          </p:cNvSpPr>
          <p:nvPr/>
        </p:nvSpPr>
        <p:spPr>
          <a:xfrm xmlns:a="http://schemas.openxmlformats.org/drawingml/2006/main">
            <a:off x="500000" y="300000"/>
            <a:ext cx="8000000" cy="10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400" b="1">
                <a:solidFill>
                  <a:srgbClr val="FFFFFF"/>
                </a:solidFill>
              </a:rPr>
              <a:t>Generated Content</a:t>
            </a:r>
          </a:p>
        </p:txBody>
      </p:sp>
      <p:sp>
        <p:nvSpPr>
          <p:cNvPr id="83406" name="Rect"/>
          <p:cNvSpPr>
            <a:spLocks xmlns:a="http://schemas.openxmlformats.org/drawingml/2006/main" noGrp="1"/>
          </p:cNvSpPr>
          <p:nvPr/>
        </p:nvSpPr>
        <p:spPr>
          <a:xfrm xmlns:a="http://schemas.openxmlformats.org/drawingml/2006/main">
            <a:off x="500000" y="1200000"/>
            <a:ext cx="3000000" cy="50000"/>
          </a:xfrm>
          <a:prstGeom xmlns:a="http://schemas.openxmlformats.org/drawingml/2006/main" prst="rect">
            <a:avLst/>
          </a:prstGeom>
          <a:solidFill xmlns:a="http://schemas.openxmlformats.org/drawingml/2006/main">
            <a:srgbClr val="C70039"/>
          </a:solidFill>
        </p:spPr>
      </p:sp>
      <p:sp>
        <p:nvSpPr>
          <p:cNvPr id="25954" name="TextBox"/>
          <p:cNvSpPr>
            <a:spLocks xmlns:a="http://schemas.openxmlformats.org/drawingml/2006/main" noGrp="1"/>
          </p:cNvSpPr>
          <p:nvPr/>
        </p:nvSpPr>
        <p:spPr>
          <a:xfrm xmlns:a="http://schemas.openxmlformats.org/drawingml/2006/main">
            <a:off x="500000" y="1500000"/>
            <a:ext cx="5500000" cy="50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b="0">
                <a:solidFill>
                  <a:srgbClr val="E0E0E0"/>
                </a:solidFill>
              </a:rPr>
              <a:t>The Blade Staff is a summoning weapon in Terraria that allows players to summon a blade that attacks enemies. It is crafted using specific materials and is particularly useful in combat situations. The Blade Staff can be a powerful tool for players looking to enhance their gameplay experience. In this presentation, we will explore the crafting process, the abilities of the Blade Staff, and strategies for effective use in battles.</a:t>
            </a:r>
          </a:p>
        </p:txBody>
      </p:sp>
      <p:pic>
        <p:nvPicPr>
          <p:cNvPr id="63701" name="TopicImage"/>
          <p:cNvPicPr/>
          <p:nvPr/>
        </p:nvPicPr>
        <p:blipFill>
          <a:blip xmlns:r="http://schemas.openxmlformats.org/officeDocument/2006/relationships" xmlns:a="http://schemas.openxmlformats.org/drawingml/2006/main" r:embed="R4aa5f7deeed349ac"/>
          <a:stretch xmlns:a="http://schemas.openxmlformats.org/drawingml/2006/main">
            <a:fillRect/>
          </a:stretch>
        </p:blipFill>
        <p:spPr>
          <a:xfrm xmlns:a="http://schemas.openxmlformats.org/drawingml/2006/main">
            <a:off x="6200000" y="1500000"/>
            <a:ext cx="2500000" cy="2500000"/>
          </a:xfrm>
          <a:prstGeom xmlns:a="http://schemas.openxmlformats.org/drawingml/2006/main" prst="rect"/>
        </p:spPr>
      </p:pic>
    </p:spTree>
  </p:cSld>
</p:sld>
</file>