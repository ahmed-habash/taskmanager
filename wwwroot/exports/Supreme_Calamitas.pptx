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96d73982b3543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d963e90f064cf7"/>
  </p:sldMasterIdLst>
  <p:sldIdLst>
    <p:sldId xmlns:r="http://schemas.openxmlformats.org/officeDocument/2006/relationships" id="256" r:id="R4042d27a854d485e"/>
    <p:sldId xmlns:r="http://schemas.openxmlformats.org/officeDocument/2006/relationships" id="257" r:id="R3c55a13c34f0499b"/>
    <p:sldId xmlns:r="http://schemas.openxmlformats.org/officeDocument/2006/relationships" id="258" r:id="R61573a6959174317"/>
    <p:sldId xmlns:r="http://schemas.openxmlformats.org/officeDocument/2006/relationships" id="259" r:id="R9adce47f2b3643ff"/>
    <p:sldId xmlns:r="http://schemas.openxmlformats.org/officeDocument/2006/relationships" id="260" r:id="R2cefa9edbbcd46a4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963e90f064cf7" /><Relationship Type="http://schemas.openxmlformats.org/officeDocument/2006/relationships/slide" Target="/ppt/slides/slide1.xml" Id="R4042d27a854d485e" /><Relationship Type="http://schemas.openxmlformats.org/officeDocument/2006/relationships/slide" Target="/ppt/slides/slide2.xml" Id="R3c55a13c34f0499b" /><Relationship Type="http://schemas.openxmlformats.org/officeDocument/2006/relationships/slide" Target="/ppt/slides/slide3.xml" Id="R61573a6959174317" /><Relationship Type="http://schemas.openxmlformats.org/officeDocument/2006/relationships/slide" Target="/ppt/slides/slide4.xml" Id="R9adce47f2b3643ff" /><Relationship Type="http://schemas.openxmlformats.org/officeDocument/2006/relationships/slide" Target="/ppt/slides/slide5.xml" Id="R2cefa9edbbcd46a4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7e045062a4b4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67e045062a4b43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4c111710d4102" /><Relationship Type="http://schemas.openxmlformats.org/officeDocument/2006/relationships/image" Target="/ppt/media/image.jpg" Id="R3af09c128a0d48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26b2ebe24461d" /><Relationship Type="http://schemas.openxmlformats.org/officeDocument/2006/relationships/image" Target="/ppt/media/image2.jpg" Id="Rcaad4620d3da4f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f708956c64784" /><Relationship Type="http://schemas.openxmlformats.org/officeDocument/2006/relationships/image" Target="/ppt/media/image3.jpg" Id="R9607ca614b73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aefd43dcf4cb3" /><Relationship Type="http://schemas.openxmlformats.org/officeDocument/2006/relationships/image" Target="/ppt/media/image4.jpg" Id="Rfb0055f377344b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76baa424b4854" /><Relationship Type="http://schemas.openxmlformats.org/officeDocument/2006/relationships/image" Target="/ppt/media/image5.jpg" Id="R546a410444114b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3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822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Supreme Calamitas</a:t>
            </a:r>
          </a:p>
        </p:txBody>
      </p:sp>
      <p:sp>
        <p:nvSpPr>
          <p:cNvPr id="4652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976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Supreme Calamitas is a notable character in the gaming world.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Known for its challenging gameplay and unique design.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Represents a significant challenge for players.</a:t>
            </a:r>
          </a:p>
        </p:txBody>
      </p:sp>
      <p:pic>
        <p:nvPicPr>
          <p:cNvPr id="28400" name="TopicImage"/>
          <p:cNvPicPr/>
          <p:nvPr/>
        </p:nvPicPr>
        <p:blipFill>
          <a:blip xmlns:r="http://schemas.openxmlformats.org/officeDocument/2006/relationships" xmlns:a="http://schemas.openxmlformats.org/drawingml/2006/main" r:embed="R3af09c128a0d48d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61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646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Background and Lore</a:t>
            </a:r>
          </a:p>
        </p:txBody>
      </p:sp>
      <p:sp>
        <p:nvSpPr>
          <p:cNvPr id="2540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99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Supreme Calamitas is often associated with themes of chaos and destruction.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character has a rich backstory that enhances the gaming experience.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must understand the lore to effectively engage with the character.</a:t>
            </a:r>
          </a:p>
        </p:txBody>
      </p:sp>
      <p:pic>
        <p:nvPicPr>
          <p:cNvPr id="89459" name="TopicImage"/>
          <p:cNvPicPr/>
          <p:nvPr/>
        </p:nvPicPr>
        <p:blipFill>
          <a:blip xmlns:r="http://schemas.openxmlformats.org/officeDocument/2006/relationships" xmlns:a="http://schemas.openxmlformats.org/drawingml/2006/main" r:embed="Rcaad4620d3da4fd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66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030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Gameplay Mechanics</a:t>
            </a:r>
          </a:p>
        </p:txBody>
      </p:sp>
      <p:sp>
        <p:nvSpPr>
          <p:cNvPr id="1518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300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Features unique abilities that set it apart from other characters.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Requires strategic planning and skill to defeat.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Engages players through challenging encounters.</a:t>
            </a:r>
          </a:p>
        </p:txBody>
      </p:sp>
      <p:pic>
        <p:nvPicPr>
          <p:cNvPr id="16180" name="TopicImage"/>
          <p:cNvPicPr/>
          <p:nvPr/>
        </p:nvPicPr>
        <p:blipFill>
          <a:blip xmlns:r="http://schemas.openxmlformats.org/officeDocument/2006/relationships" xmlns:a="http://schemas.openxmlformats.org/drawingml/2006/main" r:embed="R9607ca614b7345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35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516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Strategies for Defeating Supreme Calamitas</a:t>
            </a:r>
          </a:p>
        </p:txBody>
      </p:sp>
      <p:sp>
        <p:nvSpPr>
          <p:cNvPr id="2308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018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should focus on understanding attack patterns.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Utilizing specific weapons and items can increase chances of success.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Teamwork and coordination are crucial in multiplayer settings.</a:t>
            </a:r>
          </a:p>
        </p:txBody>
      </p:sp>
      <p:pic>
        <p:nvPicPr>
          <p:cNvPr id="81852" name="TopicImage"/>
          <p:cNvPicPr/>
          <p:nvPr/>
        </p:nvPicPr>
        <p:blipFill>
          <a:blip xmlns:r="http://schemas.openxmlformats.org/officeDocument/2006/relationships" xmlns:a="http://schemas.openxmlformats.org/drawingml/2006/main" r:embed="Rfb0055f377344b3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0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566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Community and Impact</a:t>
            </a:r>
          </a:p>
        </p:txBody>
      </p:sp>
      <p:sp>
        <p:nvSpPr>
          <p:cNvPr id="8352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511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Supreme Calamitas has a dedicated fanbase and community.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often share strategies and tips online.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character has influenced game design and player engagement.</a:t>
            </a:r>
          </a:p>
        </p:txBody>
      </p:sp>
      <p:pic>
        <p:nvPicPr>
          <p:cNvPr id="21282" name="TopicImage"/>
          <p:cNvPicPr/>
          <p:nvPr/>
        </p:nvPicPr>
        <p:blipFill>
          <a:blip xmlns:r="http://schemas.openxmlformats.org/officeDocument/2006/relationships" xmlns:a="http://schemas.openxmlformats.org/drawingml/2006/main" r:embed="R546a410444114bb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