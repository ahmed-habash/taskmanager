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72e1f48e9e1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38912f76b46fc"/>
  </p:sldMasterIdLst>
  <p:sldIdLst>
    <p:sldId xmlns:r="http://schemas.openxmlformats.org/officeDocument/2006/relationships" id="256" r:id="R142d859f21aa4a85"/>
    <p:sldId xmlns:r="http://schemas.openxmlformats.org/officeDocument/2006/relationships" id="257" r:id="Ra130866f68034717"/>
    <p:sldId xmlns:r="http://schemas.openxmlformats.org/officeDocument/2006/relationships" id="258" r:id="Ref9e7e72317d42c5"/>
    <p:sldId xmlns:r="http://schemas.openxmlformats.org/officeDocument/2006/relationships" id="259" r:id="R22bc6dfc3b804bd7"/>
    <p:sldId xmlns:r="http://schemas.openxmlformats.org/officeDocument/2006/relationships" id="260" r:id="Re3aa11f26245482e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0fb31fab025b4a1b" /><Relationship Type="http://schemas.openxmlformats.org/officeDocument/2006/relationships/viewProps" Target="/ppt/viewProps.xml" Id="R458fb68f56054799" /><Relationship Type="http://schemas.openxmlformats.org/officeDocument/2006/relationships/slideMaster" Target="/ppt/slideMasters/slideMaster1.xml" Id="R25d38912f76b46fc" /><Relationship Type="http://schemas.openxmlformats.org/officeDocument/2006/relationships/slide" Target="/ppt/slides/slide1.xml" Id="R142d859f21aa4a85" /><Relationship Type="http://schemas.openxmlformats.org/officeDocument/2006/relationships/slide" Target="/ppt/slides/slide2.xml" Id="Ra130866f68034717" /><Relationship Type="http://schemas.openxmlformats.org/officeDocument/2006/relationships/slide" Target="/ppt/slides/slide3.xml" Id="Ref9e7e72317d42c5" /><Relationship Type="http://schemas.openxmlformats.org/officeDocument/2006/relationships/slide" Target="/ppt/slides/slide4.xml" Id="R22bc6dfc3b804bd7" /><Relationship Type="http://schemas.openxmlformats.org/officeDocument/2006/relationships/slide" Target="/ppt/slides/slide5.xml" Id="Re3aa11f26245482e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b425d3ac15c4790" /><Relationship Type="http://schemas.openxmlformats.org/officeDocument/2006/relationships/slideLayout" Target="/ppt/slideLayouts/slideLayout1.xml" Id="R2715847aa494476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15847aa4944766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d742a2fed4a07" /><Relationship Type="http://schemas.openxmlformats.org/officeDocument/2006/relationships/image" Target="/ppt/media/image.jpg" Id="Ra9d9a9d58a0649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03bd1960a46e4" /><Relationship Type="http://schemas.openxmlformats.org/officeDocument/2006/relationships/image" Target="/ppt/media/image2.jpg" Id="R40a02294568540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e1fe8f6e7439d" /><Relationship Type="http://schemas.openxmlformats.org/officeDocument/2006/relationships/image" Target="/ppt/media/image3.jpg" Id="R3686a0c8782649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805bc6b41448d" /><Relationship Type="http://schemas.openxmlformats.org/officeDocument/2006/relationships/image" Target="/ppt/media/image4.jpg" Id="R7e7d589e39c9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951f12da40a6" /><Relationship Type="http://schemas.openxmlformats.org/officeDocument/2006/relationships/image" Target="/ppt/media/image5.jpg" Id="R869484f28d214e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031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0970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Plots of Land</a:t>
            </a:r>
          </a:p>
        </p:txBody>
      </p:sp>
      <p:sp>
        <p:nvSpPr>
          <p:cNvPr id="45959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607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Plots of land are defined areas of land that can be used for various purposes.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can be categorized into residential, commercial, industrial, and agricultural.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land plots is crucial for real estate and urban planning.</a:t>
            </a:r>
          </a:p>
        </p:txBody>
      </p:sp>
      <p:pic>
        <p:nvPicPr>
          <p:cNvPr id="994316" name="TopicImage"/>
          <p:cNvPicPr/>
          <p:nvPr/>
        </p:nvPicPr>
        <p:blipFill>
          <a:blip xmlns:r="http://schemas.openxmlformats.org/officeDocument/2006/relationships" xmlns:a="http://schemas.openxmlformats.org/drawingml/2006/main" r:embed="Ra9d9a9d58a06494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296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750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Land Plots</a:t>
            </a:r>
          </a:p>
        </p:txBody>
      </p:sp>
      <p:sp>
        <p:nvSpPr>
          <p:cNvPr id="64392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935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Residential plots are used for housing developments.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Commercial plots are designated for businesses and retail.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Agricultural plots are used for farming and crop production.</a:t>
            </a:r>
          </a:p>
        </p:txBody>
      </p:sp>
      <p:pic>
        <p:nvPicPr>
          <p:cNvPr id="985201" name="TopicImage"/>
          <p:cNvPicPr/>
          <p:nvPr/>
        </p:nvPicPr>
        <p:blipFill>
          <a:blip xmlns:r="http://schemas.openxmlformats.org/officeDocument/2006/relationships" xmlns:a="http://schemas.openxmlformats.org/drawingml/2006/main" r:embed="R40a02294568540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91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4362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Factors Influencing Land Value</a:t>
            </a:r>
          </a:p>
        </p:txBody>
      </p:sp>
      <p:sp>
        <p:nvSpPr>
          <p:cNvPr id="60386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3211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Location is a key factor; land in urban areas tends to be more valuable.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Zoning laws dictate what can be built on a plot of land.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Infrastructure such as roads and utilities can increase land value.</a:t>
            </a:r>
          </a:p>
        </p:txBody>
      </p:sp>
      <p:pic>
        <p:nvPicPr>
          <p:cNvPr id="396983" name="TopicImage"/>
          <p:cNvPicPr/>
          <p:nvPr/>
        </p:nvPicPr>
        <p:blipFill>
          <a:blip xmlns:r="http://schemas.openxmlformats.org/officeDocument/2006/relationships" xmlns:a="http://schemas.openxmlformats.org/drawingml/2006/main" r:embed="R3686a0c87826493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342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1227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Land Use Planning</a:t>
            </a:r>
          </a:p>
        </p:txBody>
      </p:sp>
      <p:sp>
        <p:nvSpPr>
          <p:cNvPr id="44279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0942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Land use planning involves managing how land is used and developed.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aims to balance economic growth with environmental protection.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Zoning maps help visualize land use regulations.</a:t>
            </a:r>
          </a:p>
        </p:txBody>
      </p:sp>
      <p:pic>
        <p:nvPicPr>
          <p:cNvPr id="481335" name="TopicImage"/>
          <p:cNvPicPr/>
          <p:nvPr/>
        </p:nvPicPr>
        <p:blipFill>
          <a:blip xmlns:r="http://schemas.openxmlformats.org/officeDocument/2006/relationships" xmlns:a="http://schemas.openxmlformats.org/drawingml/2006/main" r:embed="R7e7d589e39c940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360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3355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3121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914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Investing in land can be a profitable venture.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Sustainable land use is essential for future generations.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Community involvement in land planning leads to better outcomes.</a:t>
            </a:r>
          </a:p>
        </p:txBody>
      </p:sp>
      <p:pic>
        <p:nvPicPr>
          <p:cNvPr id="486511" name="TopicImage"/>
          <p:cNvPicPr/>
          <p:nvPr/>
        </p:nvPicPr>
        <p:blipFill>
          <a:blip xmlns:r="http://schemas.openxmlformats.org/officeDocument/2006/relationships" xmlns:a="http://schemas.openxmlformats.org/drawingml/2006/main" r:embed="R869484f28d214eb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