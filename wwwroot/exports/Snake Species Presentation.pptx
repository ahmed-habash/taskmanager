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43248d93e694d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6d6b46d64545bc"/>
  </p:sldMasterIdLst>
  <p:sldIdLst>
    <p:sldId xmlns:r="http://schemas.openxmlformats.org/officeDocument/2006/relationships" id="256" r:id="R45272820dba4446d"/>
    <p:sldId xmlns:r="http://schemas.openxmlformats.org/officeDocument/2006/relationships" id="257" r:id="R1742480ec6644b86"/>
    <p:sldId xmlns:r="http://schemas.openxmlformats.org/officeDocument/2006/relationships" id="258" r:id="R48f88bdef71d4121"/>
    <p:sldId xmlns:r="http://schemas.openxmlformats.org/officeDocument/2006/relationships" id="259" r:id="Rdaa043dc088540a5"/>
    <p:sldId xmlns:r="http://schemas.openxmlformats.org/officeDocument/2006/relationships" id="260" r:id="R80ef73627caf49c8"/>
    <p:sldId xmlns:r="http://schemas.openxmlformats.org/officeDocument/2006/relationships" id="261" r:id="Rb1f43cca59554b16"/>
    <p:sldId xmlns:r="http://schemas.openxmlformats.org/officeDocument/2006/relationships" id="262" r:id="R8a3128b25c0e4ddd"/>
    <p:sldId xmlns:r="http://schemas.openxmlformats.org/officeDocument/2006/relationships" id="263" r:id="Rd9e6a654f1834c08"/>
    <p:sldId xmlns:r="http://schemas.openxmlformats.org/officeDocument/2006/relationships" id="264" r:id="R186d64e7e6b94339"/>
    <p:sldId xmlns:r="http://schemas.openxmlformats.org/officeDocument/2006/relationships" id="265" r:id="Rba7a5dd66e474bd2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6d6b46d64545bc" /><Relationship Type="http://schemas.openxmlformats.org/officeDocument/2006/relationships/slide" Target="/ppt/slides/slide1.xml" Id="R45272820dba4446d" /><Relationship Type="http://schemas.openxmlformats.org/officeDocument/2006/relationships/slide" Target="/ppt/slides/slide2.xml" Id="R1742480ec6644b86" /><Relationship Type="http://schemas.openxmlformats.org/officeDocument/2006/relationships/slide" Target="/ppt/slides/slide3.xml" Id="R48f88bdef71d4121" /><Relationship Type="http://schemas.openxmlformats.org/officeDocument/2006/relationships/slide" Target="/ppt/slides/slide4.xml" Id="Rdaa043dc088540a5" /><Relationship Type="http://schemas.openxmlformats.org/officeDocument/2006/relationships/slide" Target="/ppt/slides/slide5.xml" Id="R80ef73627caf49c8" /><Relationship Type="http://schemas.openxmlformats.org/officeDocument/2006/relationships/slide" Target="/ppt/slides/slide6.xml" Id="Rb1f43cca59554b16" /><Relationship Type="http://schemas.openxmlformats.org/officeDocument/2006/relationships/slide" Target="/ppt/slides/slide7.xml" Id="R8a3128b25c0e4ddd" /><Relationship Type="http://schemas.openxmlformats.org/officeDocument/2006/relationships/slide" Target="/ppt/slides/slide8.xml" Id="Rd9e6a654f1834c08" /><Relationship Type="http://schemas.openxmlformats.org/officeDocument/2006/relationships/slide" Target="/ppt/slides/slide9.xml" Id="R186d64e7e6b94339" /><Relationship Type="http://schemas.openxmlformats.org/officeDocument/2006/relationships/slide" Target="/ppt/slides/slide10.xml" Id="Rba7a5dd66e474bd2" /></Relationships>
</file>

<file path=ppt/slideLayouts/slideLayout1.xml><?xml version="1.0" encoding="utf-8"?>
<p:sldLayout xmlns:p="http://schemas.openxmlformats.org/presentationml/2006/main">
  <p:cSld>
    <p:spTree/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403d78d244b6a" /></Relationships>
</file>

<file path=ppt/slideMasters/slideMaster1.xml><?xml version="1.0" encoding="utf-8"?>
<p:sldMaster xmlns:p="http://schemas.openxmlformats.org/presentationml/2006/main">
  <p:cSld>
    <p:spTree/>
  </p:cSld>
  <p:clrMap bg1="lt1" tx1="dk1" bg2="lt2" tx2="dk2" accent1="accent1" accent2="accent2" accent3="accent3" accent4="accent4" accent5="accent5" accent6="accent6" hlink="hlink" folHlink="folHlink"/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e42c074e2456a" /><Relationship Type="http://schemas.openxmlformats.org/officeDocument/2006/relationships/image" Target="/ppt/media/image.jpg" Id="R465c128507c140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e1f2c416445e4" /><Relationship Type="http://schemas.openxmlformats.org/officeDocument/2006/relationships/image" Target="/ppt/media/image2.jpg" Id="Rf0084d5eaa0543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7a342a8c14f2b" /><Relationship Type="http://schemas.openxmlformats.org/officeDocument/2006/relationships/image" Target="/ppt/media/image3.jpg" Id="Rae02c65c4aad41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8b4b9346d47ca" /><Relationship Type="http://schemas.openxmlformats.org/officeDocument/2006/relationships/image" Target="/ppt/media/image4.jpg" Id="Rc3f9b75efb6a44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6ac66933c4022" /><Relationship Type="http://schemas.openxmlformats.org/officeDocument/2006/relationships/image" Target="/ppt/media/image5.jpg" Id="Rcbeca1e8a55c48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03be000d24fa7" /><Relationship Type="http://schemas.openxmlformats.org/officeDocument/2006/relationships/image" Target="/ppt/media/image6.jpg" Id="Rea9c64a259ad4f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f21aef099405e" /><Relationship Type="http://schemas.openxmlformats.org/officeDocument/2006/relationships/image" Target="/ppt/media/image7.jpg" Id="R48893ef268ff47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a45a6c6f247a1" /><Relationship Type="http://schemas.openxmlformats.org/officeDocument/2006/relationships/image" Target="/ppt/media/image8.jpg" Id="R08b3f6bd0aad4b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2f4d68de74c3e" /><Relationship Type="http://schemas.openxmlformats.org/officeDocument/2006/relationships/image" Target="/ppt/media/image9.jpg" Id="R0e12b333ae6244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0f16c69fa4cd0" /><Relationship Type="http://schemas.openxmlformats.org/officeDocument/2006/relationships/image" Target="/ppt/media/image10.jpg" Id="R160ea174bdea4742" /></Relationships>
</file>

<file path=ppt/slides/slide1.xml><?xml version="1.0" encoding="utf-8"?>
<p:sld xmlns:p="http://schemas.openxmlformats.org/presentationml/2006/main">
  <p:cSld>
    <p:spTree>
      <p:sp>
        <p:nvSpPr>
          <p:cNvPr id="1942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D3E8"/>
          </a:solidFill>
        </p:spPr>
      </p:sp>
      <p:sp>
        <p:nvSpPr>
          <p:cNvPr id="9954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King Cobra</a:t>
            </a:r>
          </a:p>
        </p:txBody>
      </p:sp>
      <p:sp>
        <p:nvSpPr>
          <p:cNvPr id="6079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460"/>
          </a:solidFill>
        </p:spPr>
      </p:sp>
      <p:sp>
        <p:nvSpPr>
          <p:cNvPr id="9242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King Cobra is the longest venomous snake in the world, reaching lengths of up to 18 feet.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primarily feeds on other snakes, including its own species.</a:t>
            </a:r>
          </a:p>
        </p:txBody>
      </p:sp>
      <p:pic>
        <p:nvPicPr>
          <p:cNvPr id="43356" name="TopicImage"/>
          <p:cNvPicPr/>
          <p:nvPr/>
        </p:nvPicPr>
        <p:blipFill>
          <a:blip xmlns:r="http://schemas.openxmlformats.org/officeDocument/2006/relationships" xmlns:a="http://schemas.openxmlformats.org/drawingml/2006/main" r:embed="R465c128507c1408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sp>
        <p:nvSpPr>
          <p:cNvPr id="3135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D3E8"/>
          </a:solidFill>
        </p:spPr>
      </p:sp>
      <p:sp>
        <p:nvSpPr>
          <p:cNvPr id="5430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Eastern Diamondback Rattlesnake</a:t>
            </a:r>
          </a:p>
        </p:txBody>
      </p:sp>
      <p:sp>
        <p:nvSpPr>
          <p:cNvPr id="66880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460"/>
          </a:solidFill>
        </p:spPr>
      </p:sp>
      <p:sp>
        <p:nvSpPr>
          <p:cNvPr id="1056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Eastern Diamondback Rattlesnake is the largest rattlesnake species, known for its distinctive diamond patterns.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can be found in the southeastern United States, primarily in pine forests and swamps.</a:t>
            </a:r>
          </a:p>
        </p:txBody>
      </p:sp>
      <p:pic>
        <p:nvPicPr>
          <p:cNvPr id="88466" name="TopicImage"/>
          <p:cNvPicPr/>
          <p:nvPr/>
        </p:nvPicPr>
        <p:blipFill>
          <a:blip xmlns:r="http://schemas.openxmlformats.org/officeDocument/2006/relationships" xmlns:a="http://schemas.openxmlformats.org/drawingml/2006/main" r:embed="Rf0084d5eaa0543c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sp>
        <p:nvSpPr>
          <p:cNvPr id="2643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D3E8"/>
          </a:solidFill>
        </p:spPr>
      </p:sp>
      <p:sp>
        <p:nvSpPr>
          <p:cNvPr id="5928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Green Tree Python</a:t>
            </a:r>
          </a:p>
        </p:txBody>
      </p:sp>
      <p:sp>
        <p:nvSpPr>
          <p:cNvPr id="1119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460"/>
          </a:solidFill>
        </p:spPr>
      </p:sp>
      <p:sp>
        <p:nvSpPr>
          <p:cNvPr id="2055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Green Tree Python is known for its vibrant green color and arboreal lifestyle, often found in trees.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is native to New Guinea, Indonesia, and Australia.</a:t>
            </a:r>
          </a:p>
        </p:txBody>
      </p:sp>
      <p:pic>
        <p:nvPicPr>
          <p:cNvPr id="27656" name="TopicImage"/>
          <p:cNvPicPr/>
          <p:nvPr/>
        </p:nvPicPr>
        <p:blipFill>
          <a:blip xmlns:r="http://schemas.openxmlformats.org/officeDocument/2006/relationships" xmlns:a="http://schemas.openxmlformats.org/drawingml/2006/main" r:embed="Rae02c65c4aad412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sp>
        <p:nvSpPr>
          <p:cNvPr id="1548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D3E8"/>
          </a:solidFill>
        </p:spPr>
      </p:sp>
      <p:sp>
        <p:nvSpPr>
          <p:cNvPr id="3423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Gopher Snake</a:t>
            </a:r>
          </a:p>
        </p:txBody>
      </p:sp>
      <p:sp>
        <p:nvSpPr>
          <p:cNvPr id="55679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460"/>
          </a:solidFill>
        </p:spPr>
      </p:sp>
      <p:sp>
        <p:nvSpPr>
          <p:cNvPr id="591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Gopher Snake is a non-venomous species that mimics rattlesnakes to deter predators.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is commonly found in North America, inhabiting a variety of environments including grasslands and deserts.</a:t>
            </a:r>
          </a:p>
        </p:txBody>
      </p:sp>
      <p:pic>
        <p:nvPicPr>
          <p:cNvPr id="91469" name="TopicImage"/>
          <p:cNvPicPr/>
          <p:nvPr/>
        </p:nvPicPr>
        <p:blipFill>
          <a:blip xmlns:r="http://schemas.openxmlformats.org/officeDocument/2006/relationships" xmlns:a="http://schemas.openxmlformats.org/drawingml/2006/main" r:embed="Rc3f9b75efb6a440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sp>
        <p:nvSpPr>
          <p:cNvPr id="6476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D3E8"/>
          </a:solidFill>
        </p:spPr>
      </p:sp>
      <p:sp>
        <p:nvSpPr>
          <p:cNvPr id="4877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Anaconda</a:t>
            </a:r>
          </a:p>
        </p:txBody>
      </p:sp>
      <p:sp>
        <p:nvSpPr>
          <p:cNvPr id="2871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460"/>
          </a:solidFill>
        </p:spPr>
      </p:sp>
      <p:sp>
        <p:nvSpPr>
          <p:cNvPr id="9361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Anaconda is one of the largest snakes in the world by weight, primarily found in South America.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is an aquatic snake that can grow over 29 feet long and is known for its strength in constricting prey.</a:t>
            </a:r>
          </a:p>
        </p:txBody>
      </p:sp>
      <p:pic>
        <p:nvPicPr>
          <p:cNvPr id="81310" name="TopicImage"/>
          <p:cNvPicPr/>
          <p:nvPr/>
        </p:nvPicPr>
        <p:blipFill>
          <a:blip xmlns:r="http://schemas.openxmlformats.org/officeDocument/2006/relationships" xmlns:a="http://schemas.openxmlformats.org/drawingml/2006/main" r:embed="Rcbeca1e8a55c486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6.xml><?xml version="1.0" encoding="utf-8"?>
<p:sld xmlns:p="http://schemas.openxmlformats.org/presentationml/2006/main">
  <p:cSld>
    <p:spTree>
      <p:sp>
        <p:nvSpPr>
          <p:cNvPr id="9587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D3E8"/>
          </a:solidFill>
        </p:spPr>
      </p:sp>
      <p:sp>
        <p:nvSpPr>
          <p:cNvPr id="3033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Coral Snake</a:t>
            </a:r>
          </a:p>
        </p:txBody>
      </p:sp>
      <p:sp>
        <p:nvSpPr>
          <p:cNvPr id="128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460"/>
          </a:solidFill>
        </p:spPr>
      </p:sp>
      <p:sp>
        <p:nvSpPr>
          <p:cNvPr id="2376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Coral Snake is highly venomous and is recognized by its bright red, yellow, and black banding.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is often confused with non-venomous species due to its coloration, but it has a distinct pattern.</a:t>
            </a:r>
          </a:p>
        </p:txBody>
      </p:sp>
      <p:pic>
        <p:nvPicPr>
          <p:cNvPr id="96934" name="TopicImage"/>
          <p:cNvPicPr/>
          <p:nvPr/>
        </p:nvPicPr>
        <p:blipFill>
          <a:blip xmlns:r="http://schemas.openxmlformats.org/officeDocument/2006/relationships" xmlns:a="http://schemas.openxmlformats.org/drawingml/2006/main" r:embed="Rea9c64a259ad4fa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7.xml><?xml version="1.0" encoding="utf-8"?>
<p:sld xmlns:p="http://schemas.openxmlformats.org/presentationml/2006/main">
  <p:cSld>
    <p:spTree>
      <p:sp>
        <p:nvSpPr>
          <p:cNvPr id="6854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D3E8"/>
          </a:solidFill>
        </p:spPr>
      </p:sp>
      <p:sp>
        <p:nvSpPr>
          <p:cNvPr id="4434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Boa Constrictor</a:t>
            </a:r>
          </a:p>
        </p:txBody>
      </p:sp>
      <p:sp>
        <p:nvSpPr>
          <p:cNvPr id="4578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460"/>
          </a:solidFill>
        </p:spPr>
      </p:sp>
      <p:sp>
        <p:nvSpPr>
          <p:cNvPr id="2891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Boa Constrictor is a large, non-venomous snake that kills its prey by constriction.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is found in a variety of habitats, including rainforests, savannas, and deserts.</a:t>
            </a:r>
          </a:p>
        </p:txBody>
      </p:sp>
      <p:pic>
        <p:nvPicPr>
          <p:cNvPr id="91508" name="TopicImage"/>
          <p:cNvPicPr/>
          <p:nvPr/>
        </p:nvPicPr>
        <p:blipFill>
          <a:blip xmlns:r="http://schemas.openxmlformats.org/officeDocument/2006/relationships" xmlns:a="http://schemas.openxmlformats.org/drawingml/2006/main" r:embed="R48893ef268ff479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8.xml><?xml version="1.0" encoding="utf-8"?>
<p:sld xmlns:p="http://schemas.openxmlformats.org/presentationml/2006/main">
  <p:cSld>
    <p:spTree>
      <p:sp>
        <p:nvSpPr>
          <p:cNvPr id="6182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D3E8"/>
          </a:solidFill>
        </p:spPr>
      </p:sp>
      <p:sp>
        <p:nvSpPr>
          <p:cNvPr id="7428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Reticulated Python</a:t>
            </a:r>
          </a:p>
        </p:txBody>
      </p:sp>
      <p:sp>
        <p:nvSpPr>
          <p:cNvPr id="21629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460"/>
          </a:solidFill>
        </p:spPr>
      </p:sp>
      <p:sp>
        <p:nvSpPr>
          <p:cNvPr id="7858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Reticulated Python is one of the longest snake species, capable of reaching lengths over 20 feet.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is native to Southeast Asia and is known for its intricate color patterns.</a:t>
            </a:r>
          </a:p>
        </p:txBody>
      </p:sp>
      <p:pic>
        <p:nvPicPr>
          <p:cNvPr id="47667" name="TopicImage"/>
          <p:cNvPicPr/>
          <p:nvPr/>
        </p:nvPicPr>
        <p:blipFill>
          <a:blip xmlns:r="http://schemas.openxmlformats.org/officeDocument/2006/relationships" xmlns:a="http://schemas.openxmlformats.org/drawingml/2006/main" r:embed="R08b3f6bd0aad4b6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9.xml><?xml version="1.0" encoding="utf-8"?>
<p:sld xmlns:p="http://schemas.openxmlformats.org/presentationml/2006/main">
  <p:cSld>
    <p:spTree>
      <p:sp>
        <p:nvSpPr>
          <p:cNvPr id="2543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D3E8"/>
          </a:solidFill>
        </p:spPr>
      </p:sp>
      <p:sp>
        <p:nvSpPr>
          <p:cNvPr id="4775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Black Mamba</a:t>
            </a:r>
          </a:p>
        </p:txBody>
      </p:sp>
      <p:sp>
        <p:nvSpPr>
          <p:cNvPr id="9375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460"/>
          </a:solidFill>
        </p:spPr>
      </p:sp>
      <p:sp>
        <p:nvSpPr>
          <p:cNvPr id="5809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Black Mamba is one of the fastest and most venomous snakes in the world, found in sub-Saharan Africa.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can move at speeds of up to 12 miles per hour and is known for its aggressive behavior when threatened.</a:t>
            </a:r>
          </a:p>
        </p:txBody>
      </p:sp>
      <p:pic>
        <p:nvPicPr>
          <p:cNvPr id="72532" name="TopicImage"/>
          <p:cNvPicPr/>
          <p:nvPr/>
        </p:nvPicPr>
        <p:blipFill>
          <a:blip xmlns:r="http://schemas.openxmlformats.org/officeDocument/2006/relationships" xmlns:a="http://schemas.openxmlformats.org/drawingml/2006/main" r:embed="R0e12b333ae6244a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0.xml><?xml version="1.0" encoding="utf-8"?>
<p:sld xmlns:p="http://schemas.openxmlformats.org/presentationml/2006/main">
  <p:cSld>
    <p:spTree>
      <p:sp>
        <p:nvSpPr>
          <p:cNvPr id="301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D3E8"/>
          </a:solidFill>
        </p:spPr>
      </p:sp>
      <p:sp>
        <p:nvSpPr>
          <p:cNvPr id="2549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Hognose Snake</a:t>
            </a:r>
          </a:p>
        </p:txBody>
      </p:sp>
      <p:sp>
        <p:nvSpPr>
          <p:cNvPr id="6140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460"/>
          </a:solidFill>
        </p:spPr>
      </p:sp>
      <p:sp>
        <p:nvSpPr>
          <p:cNvPr id="7752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Hognose Snake is known for its upturned snout and unique defensive behavior, including playing dead.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is primarily found in North America and feeds on amphibians and small rodents.</a:t>
            </a:r>
          </a:p>
        </p:txBody>
      </p:sp>
      <p:pic>
        <p:nvPicPr>
          <p:cNvPr id="81110" name="TopicImage"/>
          <p:cNvPicPr/>
          <p:nvPr/>
        </p:nvPicPr>
        <p:blipFill>
          <a:blip xmlns:r="http://schemas.openxmlformats.org/officeDocument/2006/relationships" xmlns:a="http://schemas.openxmlformats.org/drawingml/2006/main" r:embed="R160ea174bdea474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