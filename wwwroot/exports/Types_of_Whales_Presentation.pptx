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1778f7c341849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5e8bfaa38f469b"/>
  </p:sldMasterIdLst>
  <p:sldIdLst>
    <p:sldId xmlns:r="http://schemas.openxmlformats.org/officeDocument/2006/relationships" id="256" r:id="Rc6cc93c12ae74189"/>
    <p:sldId xmlns:r="http://schemas.openxmlformats.org/officeDocument/2006/relationships" id="257" r:id="R383e8f76ac7c4e44"/>
    <p:sldId xmlns:r="http://schemas.openxmlformats.org/officeDocument/2006/relationships" id="258" r:id="R3faf87068df94d83"/>
    <p:sldId xmlns:r="http://schemas.openxmlformats.org/officeDocument/2006/relationships" id="259" r:id="R50030a787da44dff"/>
    <p:sldId xmlns:r="http://schemas.openxmlformats.org/officeDocument/2006/relationships" id="260" r:id="R85fdc36d1e5c4dd1"/>
    <p:sldId xmlns:r="http://schemas.openxmlformats.org/officeDocument/2006/relationships" id="261" r:id="Rb8b0e49653294f58"/>
    <p:sldId xmlns:r="http://schemas.openxmlformats.org/officeDocument/2006/relationships" id="262" r:id="R877f6614273b4b25"/>
    <p:sldId xmlns:r="http://schemas.openxmlformats.org/officeDocument/2006/relationships" id="263" r:id="R3025ebad47334675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5e8bfaa38f469b" /><Relationship Type="http://schemas.openxmlformats.org/officeDocument/2006/relationships/slide" Target="/ppt/slides/slide1.xml" Id="Rc6cc93c12ae74189" /><Relationship Type="http://schemas.openxmlformats.org/officeDocument/2006/relationships/slide" Target="/ppt/slides/slide2.xml" Id="R383e8f76ac7c4e44" /><Relationship Type="http://schemas.openxmlformats.org/officeDocument/2006/relationships/slide" Target="/ppt/slides/slide3.xml" Id="R3faf87068df94d83" /><Relationship Type="http://schemas.openxmlformats.org/officeDocument/2006/relationships/slide" Target="/ppt/slides/slide4.xml" Id="R50030a787da44dff" /><Relationship Type="http://schemas.openxmlformats.org/officeDocument/2006/relationships/slide" Target="/ppt/slides/slide5.xml" Id="R85fdc36d1e5c4dd1" /><Relationship Type="http://schemas.openxmlformats.org/officeDocument/2006/relationships/slide" Target="/ppt/slides/slide6.xml" Id="Rb8b0e49653294f58" /><Relationship Type="http://schemas.openxmlformats.org/officeDocument/2006/relationships/slide" Target="/ppt/slides/slide7.xml" Id="R877f6614273b4b25" /><Relationship Type="http://schemas.openxmlformats.org/officeDocument/2006/relationships/slide" Target="/ppt/slides/slide8.xml" Id="R3025ebad47334675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6f04ea6da4800" /></Relationships>
</file>

<file path=ppt/slideMasters/slideMaster1.xml><?xml version="1.0" encoding="utf-8"?>
<p:sldMaster xmlns:p="http://schemas.openxmlformats.org/presentationml/2006/main">
  <p:cSld>
    <p:spTree/>
  </p:cSld>
  <p:clrMap bg1="lt1" tx1="dk1" bg2="lt2" tx2="dk2" accent1="accent1" accent2="accent2" accent3="accent3" accent4="accent4" accent5="accent5" accent6="accent6" hlink="hlink" folHlink="folHlink"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9e525813d4133" /><Relationship Type="http://schemas.openxmlformats.org/officeDocument/2006/relationships/image" Target="/ppt/media/image.jpg" Id="Rcacb247048fe43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17d630bbc4081" /><Relationship Type="http://schemas.openxmlformats.org/officeDocument/2006/relationships/image" Target="/ppt/media/image2.jpg" Id="R89f82e2f038c49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b7ef723d44ed0" /><Relationship Type="http://schemas.openxmlformats.org/officeDocument/2006/relationships/image" Target="/ppt/media/image3.jpg" Id="R020902e4518945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1b65c35154d62" /><Relationship Type="http://schemas.openxmlformats.org/officeDocument/2006/relationships/image" Target="/ppt/media/image4.jpg" Id="R8766400b441446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e616f6f7546ba" /><Relationship Type="http://schemas.openxmlformats.org/officeDocument/2006/relationships/image" Target="/ppt/media/image5.jpg" Id="R72d1b43803314f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59392b9bc4a18" /><Relationship Type="http://schemas.openxmlformats.org/officeDocument/2006/relationships/image" Target="/ppt/media/image6.jpg" Id="R47645820a1634b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4dcc3200e4672" /><Relationship Type="http://schemas.openxmlformats.org/officeDocument/2006/relationships/image" Target="/ppt/media/image7.jpg" Id="R185f8a883fea48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dac3a78a14c61" /><Relationship Type="http://schemas.openxmlformats.org/officeDocument/2006/relationships/image" Target="/ppt/media/image8.jpg" Id="R405d7f0b6b3548e7" /></Relationships>
</file>

<file path=ppt/slides/slide1.xml><?xml version="1.0" encoding="utf-8"?>
<p:sld xmlns:p="http://schemas.openxmlformats.org/presentationml/2006/main">
  <p:cSld>
    <p:spTree>
      <p:sp>
        <p:nvSpPr>
          <p:cNvPr id="4759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0FF"/>
          </a:solidFill>
        </p:spPr>
      </p:sp>
      <p:sp>
        <p:nvSpPr>
          <p:cNvPr id="7154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Whales</a:t>
            </a:r>
          </a:p>
        </p:txBody>
      </p:sp>
      <p:sp>
        <p:nvSpPr>
          <p:cNvPr id="6031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9115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Whales are large marine mammals.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belong to the order Cetacea.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Whales are divided into two main groups: baleen whales and toothed whales.</a:t>
            </a:r>
          </a:p>
        </p:txBody>
      </p:sp>
      <p:pic>
        <p:nvPicPr>
          <p:cNvPr id="75957" name="TopicImage"/>
          <p:cNvPicPr/>
          <p:nvPr/>
        </p:nvPicPr>
        <p:blipFill>
          <a:blip xmlns:r="http://schemas.openxmlformats.org/officeDocument/2006/relationships" xmlns:a="http://schemas.openxmlformats.org/drawingml/2006/main" r:embed="Rcacb247048fe430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sp>
        <p:nvSpPr>
          <p:cNvPr id="7554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0FF"/>
          </a:solidFill>
        </p:spPr>
      </p:sp>
      <p:sp>
        <p:nvSpPr>
          <p:cNvPr id="4309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Baleen Whales</a:t>
            </a:r>
          </a:p>
        </p:txBody>
      </p:sp>
      <p:sp>
        <p:nvSpPr>
          <p:cNvPr id="6071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7315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Baleen whales filter feed using baleen plates.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Examples include the Blue Whale and Humpback Whale.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are generally larger than toothed whales.</a:t>
            </a:r>
          </a:p>
        </p:txBody>
      </p:sp>
      <p:pic>
        <p:nvPicPr>
          <p:cNvPr id="92903" name="TopicImage"/>
          <p:cNvPicPr/>
          <p:nvPr/>
        </p:nvPicPr>
        <p:blipFill>
          <a:blip xmlns:r="http://schemas.openxmlformats.org/officeDocument/2006/relationships" xmlns:a="http://schemas.openxmlformats.org/drawingml/2006/main" r:embed="R89f82e2f038c496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sp>
        <p:nvSpPr>
          <p:cNvPr id="8989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0FF"/>
          </a:solidFill>
        </p:spPr>
      </p:sp>
      <p:sp>
        <p:nvSpPr>
          <p:cNvPr id="8703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Toothed Whales</a:t>
            </a:r>
          </a:p>
        </p:txBody>
      </p:sp>
      <p:sp>
        <p:nvSpPr>
          <p:cNvPr id="2422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6450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Toothed whales have teeth and are typically predatory.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Examples include the Sperm Whale and Orca.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use echolocation to find prey.</a:t>
            </a:r>
          </a:p>
        </p:txBody>
      </p:sp>
      <p:pic>
        <p:nvPicPr>
          <p:cNvPr id="22247" name="TopicImage"/>
          <p:cNvPicPr/>
          <p:nvPr/>
        </p:nvPicPr>
        <p:blipFill>
          <a:blip xmlns:r="http://schemas.openxmlformats.org/officeDocument/2006/relationships" xmlns:a="http://schemas.openxmlformats.org/drawingml/2006/main" r:embed="R020902e45189457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sp>
        <p:nvSpPr>
          <p:cNvPr id="7802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0FF"/>
          </a:solidFill>
        </p:spPr>
      </p:sp>
      <p:sp>
        <p:nvSpPr>
          <p:cNvPr id="2522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Blue Whale</a:t>
            </a:r>
          </a:p>
        </p:txBody>
      </p:sp>
      <p:sp>
        <p:nvSpPr>
          <p:cNvPr id="4189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9764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largest animal on Earth.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Can weigh up to 200 tons.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Feeds primarily on krill.</a:t>
            </a:r>
          </a:p>
        </p:txBody>
      </p:sp>
      <p:pic>
        <p:nvPicPr>
          <p:cNvPr id="52602" name="TopicImage"/>
          <p:cNvPicPr/>
          <p:nvPr/>
        </p:nvPicPr>
        <p:blipFill>
          <a:blip xmlns:r="http://schemas.openxmlformats.org/officeDocument/2006/relationships" xmlns:a="http://schemas.openxmlformats.org/drawingml/2006/main" r:embed="R8766400b441446f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sp>
        <p:nvSpPr>
          <p:cNvPr id="8950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0FF"/>
          </a:solidFill>
        </p:spPr>
      </p:sp>
      <p:sp>
        <p:nvSpPr>
          <p:cNvPr id="7258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Humpback Whale</a:t>
            </a:r>
          </a:p>
        </p:txBody>
      </p:sp>
      <p:sp>
        <p:nvSpPr>
          <p:cNvPr id="2448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850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Known for its acrobatic breaches.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Migrates up to 16,000 miles annually.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Has complex songs used for communication.</a:t>
            </a:r>
          </a:p>
        </p:txBody>
      </p:sp>
      <p:pic>
        <p:nvPicPr>
          <p:cNvPr id="33466" name="TopicImage"/>
          <p:cNvPicPr/>
          <p:nvPr/>
        </p:nvPicPr>
        <p:blipFill>
          <a:blip xmlns:r="http://schemas.openxmlformats.org/officeDocument/2006/relationships" xmlns:a="http://schemas.openxmlformats.org/drawingml/2006/main" r:embed="R72d1b43803314f5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6.xml><?xml version="1.0" encoding="utf-8"?>
<p:sld xmlns:p="http://schemas.openxmlformats.org/presentationml/2006/main">
  <p:cSld>
    <p:spTree>
      <p:sp>
        <p:nvSpPr>
          <p:cNvPr id="455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0FF"/>
          </a:solidFill>
        </p:spPr>
      </p:sp>
      <p:sp>
        <p:nvSpPr>
          <p:cNvPr id="8975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Sperm Whale</a:t>
            </a:r>
          </a:p>
        </p:txBody>
      </p:sp>
      <p:sp>
        <p:nvSpPr>
          <p:cNvPr id="7540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108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largest toothed whale.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Known for deep diving to hunt squid.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Can hold its breath for over an hour.</a:t>
            </a:r>
          </a:p>
        </p:txBody>
      </p:sp>
      <p:pic>
        <p:nvPicPr>
          <p:cNvPr id="91040" name="TopicImage"/>
          <p:cNvPicPr/>
          <p:nvPr/>
        </p:nvPicPr>
        <p:blipFill>
          <a:blip xmlns:r="http://schemas.openxmlformats.org/officeDocument/2006/relationships" xmlns:a="http://schemas.openxmlformats.org/drawingml/2006/main" r:embed="R47645820a1634b7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7.xml><?xml version="1.0" encoding="utf-8"?>
<p:sld xmlns:p="http://schemas.openxmlformats.org/presentationml/2006/main">
  <p:cSld>
    <p:spTree>
      <p:sp>
        <p:nvSpPr>
          <p:cNvPr id="6841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0FF"/>
          </a:solidFill>
        </p:spPr>
      </p:sp>
      <p:sp>
        <p:nvSpPr>
          <p:cNvPr id="1927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Orca (Killer Whale)</a:t>
            </a:r>
          </a:p>
        </p:txBody>
      </p:sp>
      <p:sp>
        <p:nvSpPr>
          <p:cNvPr id="1820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931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Highly social and intelligent.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Known for their distinctive black and white coloring.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hunt in pods and have diverse diets.</a:t>
            </a:r>
          </a:p>
        </p:txBody>
      </p:sp>
      <p:pic>
        <p:nvPicPr>
          <p:cNvPr id="42060" name="TopicImage"/>
          <p:cNvPicPr/>
          <p:nvPr/>
        </p:nvPicPr>
        <p:blipFill>
          <a:blip xmlns:r="http://schemas.openxmlformats.org/officeDocument/2006/relationships" xmlns:a="http://schemas.openxmlformats.org/drawingml/2006/main" r:embed="R185f8a883fea486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8.xml><?xml version="1.0" encoding="utf-8"?>
<p:sld xmlns:p="http://schemas.openxmlformats.org/presentationml/2006/main">
  <p:cSld>
    <p:spTree>
      <p:sp>
        <p:nvSpPr>
          <p:cNvPr id="7518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0FF"/>
          </a:solidFill>
        </p:spPr>
      </p:sp>
      <p:sp>
        <p:nvSpPr>
          <p:cNvPr id="8392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119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660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Whales play a crucial role in marine ecosystems.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Conservation efforts are vital for their survival.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Understanding different types of whales helps in their protection.</a:t>
            </a:r>
          </a:p>
        </p:txBody>
      </p:sp>
      <p:pic>
        <p:nvPicPr>
          <p:cNvPr id="97914" name="TopicImage"/>
          <p:cNvPicPr/>
          <p:nvPr/>
        </p:nvPicPr>
        <p:blipFill>
          <a:blip xmlns:r="http://schemas.openxmlformats.org/officeDocument/2006/relationships" xmlns:a="http://schemas.openxmlformats.org/drawingml/2006/main" r:embed="R405d7f0b6b3548e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