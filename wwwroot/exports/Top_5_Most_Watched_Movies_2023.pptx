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00cdafe37d048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cc436c6df64cbd"/>
  </p:sldMasterIdLst>
  <p:sldIdLst>
    <p:sldId xmlns:r="http://schemas.openxmlformats.org/officeDocument/2006/relationships" id="256" r:id="R500886b1d8b747b1"/>
    <p:sldId xmlns:r="http://schemas.openxmlformats.org/officeDocument/2006/relationships" id="257" r:id="R32145c0346d04bd8"/>
    <p:sldId xmlns:r="http://schemas.openxmlformats.org/officeDocument/2006/relationships" id="258" r:id="R9fd84705c8194cdb"/>
    <p:sldId xmlns:r="http://schemas.openxmlformats.org/officeDocument/2006/relationships" id="259" r:id="R141ff73c17bb4bd3"/>
    <p:sldId xmlns:r="http://schemas.openxmlformats.org/officeDocument/2006/relationships" id="260" r:id="R8d936a55dd034834"/>
    <p:sldId xmlns:r="http://schemas.openxmlformats.org/officeDocument/2006/relationships" id="261" r:id="R60ba87970b3447dc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c60ce2b034c94ade" /><Relationship Type="http://schemas.openxmlformats.org/officeDocument/2006/relationships/viewProps" Target="/ppt/viewProps.xml" Id="R8364fb9827fa4b4d" /><Relationship Type="http://schemas.openxmlformats.org/officeDocument/2006/relationships/slideMaster" Target="/ppt/slideMasters/slideMaster1.xml" Id="R03cc436c6df64cbd" /><Relationship Type="http://schemas.openxmlformats.org/officeDocument/2006/relationships/slide" Target="/ppt/slides/slide1.xml" Id="R500886b1d8b747b1" /><Relationship Type="http://schemas.openxmlformats.org/officeDocument/2006/relationships/slide" Target="/ppt/slides/slide2.xml" Id="R32145c0346d04bd8" /><Relationship Type="http://schemas.openxmlformats.org/officeDocument/2006/relationships/slide" Target="/ppt/slides/slide3.xml" Id="R9fd84705c8194cdb" /><Relationship Type="http://schemas.openxmlformats.org/officeDocument/2006/relationships/slide" Target="/ppt/slides/slide4.xml" Id="R141ff73c17bb4bd3" /><Relationship Type="http://schemas.openxmlformats.org/officeDocument/2006/relationships/slide" Target="/ppt/slides/slide5.xml" Id="R8d936a55dd034834" /><Relationship Type="http://schemas.openxmlformats.org/officeDocument/2006/relationships/slide" Target="/ppt/slides/slide6.xml" Id="R60ba87970b3447dc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58c1dc1efe34ba2" /><Relationship Type="http://schemas.openxmlformats.org/officeDocument/2006/relationships/slideLayout" Target="/ppt/slideLayouts/slideLayout1.xml" Id="Ra5a276009b7540b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a276009b7540b5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0bccde2a14453" /><Relationship Type="http://schemas.openxmlformats.org/officeDocument/2006/relationships/image" Target="/ppt/media/image.jpg" Id="Ref54ad08d91244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64671af40472a" /><Relationship Type="http://schemas.openxmlformats.org/officeDocument/2006/relationships/image" Target="/ppt/media/image2.jpg" Id="R2eaa0dbefb4a4b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fda5e49654f8e" /><Relationship Type="http://schemas.openxmlformats.org/officeDocument/2006/relationships/image" Target="/ppt/media/image3.jpg" Id="Rb85db94453374a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d228fe89a480e" /><Relationship Type="http://schemas.openxmlformats.org/officeDocument/2006/relationships/image" Target="/ppt/media/image4.jpg" Id="R63944d4ea5d749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96d42f4bc4814" /><Relationship Type="http://schemas.openxmlformats.org/officeDocument/2006/relationships/image" Target="/ppt/media/image5.jpg" Id="Rfd149b5f6e174e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7252b42994885" /><Relationship Type="http://schemas.openxmlformats.org/officeDocument/2006/relationships/image" Target="/ppt/media/image6.jpg" Id="R158a300f9b234c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209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3427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Top 5 Most Watched Movies of 2023</a:t>
            </a:r>
          </a:p>
        </p:txBody>
      </p:sp>
      <p:sp>
        <p:nvSpPr>
          <p:cNvPr id="37893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0580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- 2023 saw a remarkable lineup of films that captivated audiences worldwide.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box office records were shattered by several blockbuster hits.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This presentation highlights the top five most watched movies of the year.</a:t>
            </a:r>
          </a:p>
        </p:txBody>
      </p:sp>
      <p:pic>
        <p:nvPicPr>
          <p:cNvPr id="810977" name="TopicImage"/>
          <p:cNvPicPr/>
          <p:nvPr/>
        </p:nvPicPr>
        <p:blipFill>
          <a:blip xmlns:r="http://schemas.openxmlformats.org/officeDocument/2006/relationships" xmlns:a="http://schemas.openxmlformats.org/drawingml/2006/main" r:embed="Ref54ad08d91244b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02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3096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Movie 1: Avatar: The Way of Water</a:t>
            </a:r>
          </a:p>
        </p:txBody>
      </p:sp>
      <p:sp>
        <p:nvSpPr>
          <p:cNvPr id="71257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01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Released in December 2022, it continued to dominate in 2023.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film explores the oceans of Pandora and expands on the original's universe.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grossed over $2 billion worldwide, making it a massive success.</a:t>
            </a:r>
          </a:p>
        </p:txBody>
      </p:sp>
      <p:pic>
        <p:nvPicPr>
          <p:cNvPr id="708814" name="TopicImage"/>
          <p:cNvPicPr/>
          <p:nvPr/>
        </p:nvPicPr>
        <p:blipFill>
          <a:blip xmlns:r="http://schemas.openxmlformats.org/officeDocument/2006/relationships" xmlns:a="http://schemas.openxmlformats.org/drawingml/2006/main" r:embed="R2eaa0dbefb4a4b6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58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8005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Movie 2: Top Gun: Maverick</a:t>
            </a:r>
          </a:p>
        </p:txBody>
      </p:sp>
      <p:sp>
        <p:nvSpPr>
          <p:cNvPr id="7541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1641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 sequel to the 1986 classic, it was released in May 2022 but remained popular in 2023.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film features stunning aerial sequences and a compelling story.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grossed over $1.4 billion globally.</a:t>
            </a:r>
          </a:p>
        </p:txBody>
      </p:sp>
      <p:pic>
        <p:nvPicPr>
          <p:cNvPr id="794851" name="TopicImage"/>
          <p:cNvPicPr/>
          <p:nvPr/>
        </p:nvPicPr>
        <p:blipFill>
          <a:blip xmlns:r="http://schemas.openxmlformats.org/officeDocument/2006/relationships" xmlns:a="http://schemas.openxmlformats.org/drawingml/2006/main" r:embed="Rb85db94453374ac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72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3260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Movie 3: Jurassic World Dominion</a:t>
            </a:r>
          </a:p>
        </p:txBody>
      </p:sp>
      <p:sp>
        <p:nvSpPr>
          <p:cNvPr id="53627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6462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Released in June 2022, it continued to attract viewers in 2023.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film brings back iconic characters and introduces new dinosaurs.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earned around $1 billion at the box office.</a:t>
            </a:r>
          </a:p>
        </p:txBody>
      </p:sp>
      <p:pic>
        <p:nvPicPr>
          <p:cNvPr id="242262" name="TopicImage"/>
          <p:cNvPicPr/>
          <p:nvPr/>
        </p:nvPicPr>
        <p:blipFill>
          <a:blip xmlns:r="http://schemas.openxmlformats.org/officeDocument/2006/relationships" xmlns:a="http://schemas.openxmlformats.org/drawingml/2006/main" r:embed="R63944d4ea5d749d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416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4069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Movie 4: Black Panther: Wakanda Forever</a:t>
            </a:r>
          </a:p>
        </p:txBody>
      </p:sp>
      <p:sp>
        <p:nvSpPr>
          <p:cNvPr id="7215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7107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Released in November 2022, it honored the legacy of Chadwick Boseman.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film explores themes of loss and resilience.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grossed over $859 million worldwide.</a:t>
            </a:r>
          </a:p>
        </p:txBody>
      </p:sp>
      <p:pic>
        <p:nvPicPr>
          <p:cNvPr id="241129" name="TopicImage"/>
          <p:cNvPicPr/>
          <p:nvPr/>
        </p:nvPicPr>
        <p:blipFill>
          <a:blip xmlns:r="http://schemas.openxmlformats.org/officeDocument/2006/relationships" xmlns:a="http://schemas.openxmlformats.org/drawingml/2006/main" r:embed="Rfd149b5f6e174e4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11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7095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Movie 5: The Super Mario Bros. Movie</a:t>
            </a:r>
          </a:p>
        </p:txBody>
      </p:sp>
      <p:sp>
        <p:nvSpPr>
          <p:cNvPr id="15622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3952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Released in April 2023, it appealed to both kids and nostalgic adults.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film features beloved characters from the Mario franchise.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grossed over $1.3 billion globally.</a:t>
            </a:r>
          </a:p>
        </p:txBody>
      </p:sp>
      <p:pic>
        <p:nvPicPr>
          <p:cNvPr id="174084" name="TopicImage"/>
          <p:cNvPicPr/>
          <p:nvPr/>
        </p:nvPicPr>
        <p:blipFill>
          <a:blip xmlns:r="http://schemas.openxmlformats.org/officeDocument/2006/relationships" xmlns:a="http://schemas.openxmlformats.org/drawingml/2006/main" r:embed="R158a300f9b234c8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