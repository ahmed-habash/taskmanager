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35032f7e9c745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e2433ac5f34136"/>
  </p:sldMasterIdLst>
  <p:sldIdLst>
    <p:sldId xmlns:r="http://schemas.openxmlformats.org/officeDocument/2006/relationships" id="256" r:id="Rca1320aa49ea4055"/>
    <p:sldId xmlns:r="http://schemas.openxmlformats.org/officeDocument/2006/relationships" id="257" r:id="R4e257c43fa4644c1"/>
    <p:sldId xmlns:r="http://schemas.openxmlformats.org/officeDocument/2006/relationships" id="258" r:id="R6a99904088324bff"/>
    <p:sldId xmlns:r="http://schemas.openxmlformats.org/officeDocument/2006/relationships" id="259" r:id="R0e73bebe41b74e33"/>
    <p:sldId xmlns:r="http://schemas.openxmlformats.org/officeDocument/2006/relationships" id="260" r:id="R660efbfe8ea449ca"/>
    <p:sldId xmlns:r="http://schemas.openxmlformats.org/officeDocument/2006/relationships" id="261" r:id="R8a1d4c95007d4169"/>
    <p:sldId xmlns:r="http://schemas.openxmlformats.org/officeDocument/2006/relationships" id="262" r:id="R88081d2a4c274a90"/>
    <p:sldId xmlns:r="http://schemas.openxmlformats.org/officeDocument/2006/relationships" id="263" r:id="R52d70ef1963f439a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74cd29e43d86422f" /><Relationship Type="http://schemas.openxmlformats.org/officeDocument/2006/relationships/viewProps" Target="/ppt/viewProps.xml" Id="Rfff5f646b24445fb" /><Relationship Type="http://schemas.openxmlformats.org/officeDocument/2006/relationships/slideMaster" Target="/ppt/slideMasters/slideMaster1.xml" Id="R66e2433ac5f34136" /><Relationship Type="http://schemas.openxmlformats.org/officeDocument/2006/relationships/slide" Target="/ppt/slides/slide1.xml" Id="Rca1320aa49ea4055" /><Relationship Type="http://schemas.openxmlformats.org/officeDocument/2006/relationships/slide" Target="/ppt/slides/slide2.xml" Id="R4e257c43fa4644c1" /><Relationship Type="http://schemas.openxmlformats.org/officeDocument/2006/relationships/slide" Target="/ppt/slides/slide3.xml" Id="R6a99904088324bff" /><Relationship Type="http://schemas.openxmlformats.org/officeDocument/2006/relationships/slide" Target="/ppt/slides/slide4.xml" Id="R0e73bebe41b74e33" /><Relationship Type="http://schemas.openxmlformats.org/officeDocument/2006/relationships/slide" Target="/ppt/slides/slide5.xml" Id="R660efbfe8ea449ca" /><Relationship Type="http://schemas.openxmlformats.org/officeDocument/2006/relationships/slide" Target="/ppt/slides/slide6.xml" Id="R8a1d4c95007d4169" /><Relationship Type="http://schemas.openxmlformats.org/officeDocument/2006/relationships/slide" Target="/ppt/slides/slide7.xml" Id="R88081d2a4c274a90" /><Relationship Type="http://schemas.openxmlformats.org/officeDocument/2006/relationships/slide" Target="/ppt/slides/slide8.xml" Id="R52d70ef1963f439a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9403d8c3ec4643a4" /><Relationship Type="http://schemas.openxmlformats.org/officeDocument/2006/relationships/slideLayout" Target="/ppt/slideLayouts/slideLayout1.xml" Id="Rcb2a2309bea848d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2a2309bea848d7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ce76e945d439a" /><Relationship Type="http://schemas.openxmlformats.org/officeDocument/2006/relationships/image" Target="/ppt/media/image.jpg" Id="R777af9d89ea041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626301caa435d" /><Relationship Type="http://schemas.openxmlformats.org/officeDocument/2006/relationships/image" Target="/ppt/media/image2.jpg" Id="Rad1fc2d5bce94d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30f3878ff4065" /><Relationship Type="http://schemas.openxmlformats.org/officeDocument/2006/relationships/image" Target="/ppt/media/image3.jpg" Id="R0577f2e9d4584f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69b98240548f3" /><Relationship Type="http://schemas.openxmlformats.org/officeDocument/2006/relationships/image" Target="/ppt/media/image4.jpg" Id="R4fc1f16a35fd4f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6044d48b64128" /><Relationship Type="http://schemas.openxmlformats.org/officeDocument/2006/relationships/image" Target="/ppt/media/image5.jpg" Id="R9435ca66aa744d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5bb191f2148d7" /><Relationship Type="http://schemas.openxmlformats.org/officeDocument/2006/relationships/image" Target="/ppt/media/image6.jpg" Id="R0b10770d070040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a94e84484083" /><Relationship Type="http://schemas.openxmlformats.org/officeDocument/2006/relationships/image" Target="/ppt/media/image7.jpg" Id="Ra736c551e3664c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95ee25cca48c6" /><Relationship Type="http://schemas.openxmlformats.org/officeDocument/2006/relationships/image" Target="/ppt/media/image8.jpg" Id="Rf8c8cd54995d45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010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9789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9958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0875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Moonlord is the final boss in Terraria, requiring optimal gear to defeat.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This presentation covers the best gear needed to conquer this challenge.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We will discuss accessories, class, armor, weapons, mount, and hook.</a:t>
            </a:r>
          </a:p>
        </p:txBody>
      </p:sp>
      <p:pic>
        <p:nvPicPr>
          <p:cNvPr id="680830" name="TopicImage"/>
          <p:cNvPicPr/>
          <p:nvPr/>
        </p:nvPicPr>
        <p:blipFill>
          <a:blip xmlns:r="http://schemas.openxmlformats.org/officeDocument/2006/relationships" xmlns:a="http://schemas.openxmlformats.org/drawingml/2006/main" r:embed="R777af9d89ea0414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900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8511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Class Selection</a:t>
            </a:r>
          </a:p>
        </p:txBody>
      </p:sp>
      <p:sp>
        <p:nvSpPr>
          <p:cNvPr id="92827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3079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best class to defeat the Moonlord is the Ranger class.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Rangers utilize ranged weapons and can deal high damage from a distance.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Key strategies involve mobility and avoiding damage while maximizing DPS.</a:t>
            </a:r>
          </a:p>
        </p:txBody>
      </p:sp>
      <p:pic>
        <p:nvPicPr>
          <p:cNvPr id="43452" name="TopicImage"/>
          <p:cNvPicPr/>
          <p:nvPr/>
        </p:nvPicPr>
        <p:blipFill>
          <a:blip xmlns:r="http://schemas.openxmlformats.org/officeDocument/2006/relationships" xmlns:a="http://schemas.openxmlformats.org/drawingml/2006/main" r:embed="Rad1fc2d5bce94d6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853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8204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Armor</a:t>
            </a:r>
          </a:p>
        </p:txBody>
      </p:sp>
      <p:sp>
        <p:nvSpPr>
          <p:cNvPr id="73378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681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best armor set for defeating the Moonlord is the Vortex Armor.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Provides significant ranged damage bonuses and increased mobility.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set bonus grants a powerful effect that enhances ranged attacks.</a:t>
            </a:r>
          </a:p>
        </p:txBody>
      </p:sp>
      <p:pic>
        <p:nvPicPr>
          <p:cNvPr id="296035" name="TopicImage"/>
          <p:cNvPicPr/>
          <p:nvPr/>
        </p:nvPicPr>
        <p:blipFill>
          <a:blip xmlns:r="http://schemas.openxmlformats.org/officeDocument/2006/relationships" xmlns:a="http://schemas.openxmlformats.org/drawingml/2006/main" r:embed="R0577f2e9d4584f8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06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3439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Weapons</a:t>
            </a:r>
          </a:p>
        </p:txBody>
      </p:sp>
      <p:sp>
        <p:nvSpPr>
          <p:cNvPr id="54001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642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Recommended weapons include: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Phantasm: A powerful bow that fires multiple arrows.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S.D.M.G.: A high-damage gun with rapid fire.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Celebration: A rocket launcher that deals massive damage.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Each weapon complements the Ranger class effectively.</a:t>
            </a:r>
          </a:p>
        </p:txBody>
      </p:sp>
      <p:pic>
        <p:nvPicPr>
          <p:cNvPr id="824368" name="TopicImage"/>
          <p:cNvPicPr/>
          <p:nvPr/>
        </p:nvPicPr>
        <p:blipFill>
          <a:blip xmlns:r="http://schemas.openxmlformats.org/officeDocument/2006/relationships" xmlns:a="http://schemas.openxmlformats.org/drawingml/2006/main" r:embed="R4fc1f16a35fd4f3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49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5926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Accessories</a:t>
            </a:r>
          </a:p>
        </p:txBody>
      </p:sp>
      <p:sp>
        <p:nvSpPr>
          <p:cNvPr id="9562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7072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Essential accessories include: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Celestial Shell: Increases damage and health regeneration.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Ankh Shield: Provides immunity to knockback and various debuffs.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Ranger Emblem: Boosts ranged damage significantly.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Destroyer Emblem: Increases critical strike chance.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Wings: For mobility and evasion during the fight.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Charm of Myths: Enhances health regeneration.</a:t>
            </a:r>
          </a:p>
        </p:txBody>
      </p:sp>
      <p:pic>
        <p:nvPicPr>
          <p:cNvPr id="962066" name="TopicImage"/>
          <p:cNvPicPr/>
          <p:nvPr/>
        </p:nvPicPr>
        <p:blipFill>
          <a:blip xmlns:r="http://schemas.openxmlformats.org/officeDocument/2006/relationships" xmlns:a="http://schemas.openxmlformats.org/drawingml/2006/main" r:embed="R9435ca66aa744da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124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1536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Mount</a:t>
            </a:r>
          </a:p>
        </p:txBody>
      </p:sp>
      <p:sp>
        <p:nvSpPr>
          <p:cNvPr id="20285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3874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best mount for the Moonlord fight is the UFO mount.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Provides excellent mobility and allows for quick repositioning.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ability to fly helps avoid attacks and stay out of harm's way.</a:t>
            </a:r>
          </a:p>
        </p:txBody>
      </p:sp>
      <p:pic>
        <p:nvPicPr>
          <p:cNvPr id="330909" name="TopicImage"/>
          <p:cNvPicPr/>
          <p:nvPr/>
        </p:nvPicPr>
        <p:blipFill>
          <a:blip xmlns:r="http://schemas.openxmlformats.org/officeDocument/2006/relationships" xmlns:a="http://schemas.openxmlformats.org/drawingml/2006/main" r:embed="R0b10770d070040d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08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0950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Hook</a:t>
            </a:r>
          </a:p>
        </p:txBody>
      </p:sp>
      <p:sp>
        <p:nvSpPr>
          <p:cNvPr id="18851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0308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best hook to use is the Lunar Hook.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Allows for quick movement and can attach to multiple surfaces.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Enhances mobility during the battle, making it easier to dodge attacks.</a:t>
            </a:r>
          </a:p>
        </p:txBody>
      </p:sp>
      <p:pic>
        <p:nvPicPr>
          <p:cNvPr id="283028" name="TopicImage"/>
          <p:cNvPicPr/>
          <p:nvPr/>
        </p:nvPicPr>
        <p:blipFill>
          <a:blip xmlns:r="http://schemas.openxmlformats.org/officeDocument/2006/relationships" xmlns:a="http://schemas.openxmlformats.org/drawingml/2006/main" r:embed="Ra736c551e3664c7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437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7427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94274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1758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Equipping the right gear is crucial for defeating the Moonlord.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Focus on maximizing damage output while maintaining mobility.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With the right strategy and gear, victory is within reach!</a:t>
            </a:r>
          </a:p>
        </p:txBody>
      </p:sp>
      <p:pic>
        <p:nvPicPr>
          <p:cNvPr id="847938" name="TopicImage"/>
          <p:cNvPicPr/>
          <p:nvPr/>
        </p:nvPicPr>
        <p:blipFill>
          <a:blip xmlns:r="http://schemas.openxmlformats.org/officeDocument/2006/relationships" xmlns:a="http://schemas.openxmlformats.org/drawingml/2006/main" r:embed="Rf8c8cd54995d459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