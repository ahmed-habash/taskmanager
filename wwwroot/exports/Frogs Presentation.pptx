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57cfb7f9dddc4d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9f15b1e753470d"/>
  </p:sldMasterIdLst>
  <p:sldIdLst>
    <p:sldId xmlns:r="http://schemas.openxmlformats.org/officeDocument/2006/relationships" id="256" r:id="R36b3529e6ef74782"/>
    <p:sldId xmlns:r="http://schemas.openxmlformats.org/officeDocument/2006/relationships" id="257" r:id="R04db7892e8874862"/>
    <p:sldId xmlns:r="http://schemas.openxmlformats.org/officeDocument/2006/relationships" id="258" r:id="R431554cd73854a01"/>
    <p:sldId xmlns:r="http://schemas.openxmlformats.org/officeDocument/2006/relationships" id="259" r:id="Re01861bf7b1f4758"/>
    <p:sldId xmlns:r="http://schemas.openxmlformats.org/officeDocument/2006/relationships" id="260" r:id="R031cb96e5a5d4f36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9f15b1e753470d" /><Relationship Type="http://schemas.openxmlformats.org/officeDocument/2006/relationships/slide" Target="/ppt/slides/slide1.xml" Id="R36b3529e6ef74782" /><Relationship Type="http://schemas.openxmlformats.org/officeDocument/2006/relationships/slide" Target="/ppt/slides/slide2.xml" Id="R04db7892e8874862" /><Relationship Type="http://schemas.openxmlformats.org/officeDocument/2006/relationships/slide" Target="/ppt/slides/slide3.xml" Id="R431554cd73854a01" /><Relationship Type="http://schemas.openxmlformats.org/officeDocument/2006/relationships/slide" Target="/ppt/slides/slide4.xml" Id="Re01861bf7b1f4758" /><Relationship Type="http://schemas.openxmlformats.org/officeDocument/2006/relationships/slide" Target="/ppt/slides/slide5.xml" Id="R031cb96e5a5d4f36" /></Relationships>
</file>

<file path=ppt/slideLayouts/slideLayout1.xml><?xml version="1.0" encoding="utf-8"?>
<p:sldLayout xmlns:p="http://schemas.openxmlformats.org/presentationml/2006/main">
  <p:cSld>
    <p:spTree/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93d6c344f4775" /></Relationships>
</file>

<file path=ppt/slideMasters/slideMaster1.xml><?xml version="1.0" encoding="utf-8"?>
<p:sldMaster xmlns:p="http://schemas.openxmlformats.org/presentationml/2006/main">
  <p:cSld>
    <p:spTree/>
  </p:cSld>
  <p:clrMap bg1="lt1" tx1="dk1" bg2="lt2" tx2="dk2" accent1="accent1" accent2="accent2" accent3="accent3" accent4="accent4" accent5="accent5" accent6="accent6" hlink="hlink" folHlink="folHlink"/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a11d7c1b4f49c1" /><Relationship Type="http://schemas.openxmlformats.org/officeDocument/2006/relationships/image" Target="/ppt/media/image.jpg" Id="R539419391c0141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68291b1ec4e14" /><Relationship Type="http://schemas.openxmlformats.org/officeDocument/2006/relationships/image" Target="/ppt/media/image2.jpg" Id="R9dca8af4d01d43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1250b2504b4c24" /><Relationship Type="http://schemas.openxmlformats.org/officeDocument/2006/relationships/image" Target="/ppt/media/image3.jpg" Id="R04c5876667bd4f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b5e64f06746a2" /><Relationship Type="http://schemas.openxmlformats.org/officeDocument/2006/relationships/image" Target="/ppt/media/image4.jpg" Id="R0abf72ade1674b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6b726910824532" /><Relationship Type="http://schemas.openxmlformats.org/officeDocument/2006/relationships/image" Target="/ppt/media/image5.jpg" Id="R22d73cca5a7a4801" /></Relationships>
</file>

<file path=ppt/slides/slide1.xml><?xml version="1.0" encoding="utf-8"?>
<p:sld xmlns:p="http://schemas.openxmlformats.org/presentationml/2006/main">
  <p:cSld>
    <p:spTree>
      <p:sp>
        <p:nvSpPr>
          <p:cNvPr id="8498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Green"/>
          </a:solidFill>
        </p:spPr>
      </p:sp>
      <p:sp>
        <p:nvSpPr>
          <p:cNvPr id="3978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Frogs</a:t>
            </a:r>
          </a:p>
        </p:txBody>
      </p:sp>
      <p:sp>
        <p:nvSpPr>
          <p:cNvPr id="1829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Light Green"/>
          </a:solidFill>
        </p:spPr>
      </p:sp>
      <p:sp>
        <p:nvSpPr>
          <p:cNvPr id="2812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Frogs are amphibians found on every continent except Antarctica.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belong to the order Anura, which means 'without a tail'.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Frogs have a unique life cycle that includes both aquatic and terrestrial stages.</a:t>
            </a:r>
          </a:p>
        </p:txBody>
      </p:sp>
      <p:pic>
        <p:nvPicPr>
          <p:cNvPr id="55527" name="TopicImage"/>
          <p:cNvPicPr/>
          <p:nvPr/>
        </p:nvPicPr>
        <p:blipFill>
          <a:blip xmlns:r="http://schemas.openxmlformats.org/officeDocument/2006/relationships" xmlns:a="http://schemas.openxmlformats.org/drawingml/2006/main" r:embed="R539419391c0141cf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2.xml><?xml version="1.0" encoding="utf-8"?>
<p:sld xmlns:p="http://schemas.openxmlformats.org/presentationml/2006/main">
  <p:cSld>
    <p:spTree>
      <p:sp>
        <p:nvSpPr>
          <p:cNvPr id="2665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Green"/>
          </a:solidFill>
        </p:spPr>
      </p:sp>
      <p:sp>
        <p:nvSpPr>
          <p:cNvPr id="7764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Anatomy of Frogs</a:t>
            </a:r>
          </a:p>
        </p:txBody>
      </p:sp>
      <p:sp>
        <p:nvSpPr>
          <p:cNvPr id="24570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Light Green"/>
          </a:solidFill>
        </p:spPr>
      </p:sp>
      <p:sp>
        <p:nvSpPr>
          <p:cNvPr id="5482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Frogs have long hind legs adapted for jumping.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Their skin is permeable, allowing for respiration and hydration.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Frogs possess bulging eyes that provide a wide field of vision.</a:t>
            </a:r>
          </a:p>
        </p:txBody>
      </p:sp>
      <p:pic>
        <p:nvPicPr>
          <p:cNvPr id="18702" name="TopicImage"/>
          <p:cNvPicPr/>
          <p:nvPr/>
        </p:nvPicPr>
        <p:blipFill>
          <a:blip xmlns:r="http://schemas.openxmlformats.org/officeDocument/2006/relationships" xmlns:a="http://schemas.openxmlformats.org/drawingml/2006/main" r:embed="R9dca8af4d01d432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3.xml><?xml version="1.0" encoding="utf-8"?>
<p:sld xmlns:p="http://schemas.openxmlformats.org/presentationml/2006/main">
  <p:cSld>
    <p:spTree>
      <p:sp>
        <p:nvSpPr>
          <p:cNvPr id="36304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Green"/>
          </a:solidFill>
        </p:spPr>
      </p:sp>
      <p:sp>
        <p:nvSpPr>
          <p:cNvPr id="1611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Habitat and Distribution</a:t>
            </a:r>
          </a:p>
        </p:txBody>
      </p:sp>
      <p:sp>
        <p:nvSpPr>
          <p:cNvPr id="563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Light Green"/>
          </a:solidFill>
        </p:spPr>
      </p:sp>
      <p:sp>
        <p:nvSpPr>
          <p:cNvPr id="4868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Frogs inhabit a variety of environments, including forests, wetlands, and grasslands.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are most commonly found in tropical regions.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Frogs require water bodies for breeding and development.</a:t>
            </a:r>
          </a:p>
        </p:txBody>
      </p:sp>
      <p:pic>
        <p:nvPicPr>
          <p:cNvPr id="34691" name="TopicImage"/>
          <p:cNvPicPr/>
          <p:nvPr/>
        </p:nvPicPr>
        <p:blipFill>
          <a:blip xmlns:r="http://schemas.openxmlformats.org/officeDocument/2006/relationships" xmlns:a="http://schemas.openxmlformats.org/drawingml/2006/main" r:embed="R04c5876667bd4f77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4.xml><?xml version="1.0" encoding="utf-8"?>
<p:sld xmlns:p="http://schemas.openxmlformats.org/presentationml/2006/main">
  <p:cSld>
    <p:spTree>
      <p:sp>
        <p:nvSpPr>
          <p:cNvPr id="3325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Green"/>
          </a:solidFill>
        </p:spPr>
      </p:sp>
      <p:sp>
        <p:nvSpPr>
          <p:cNvPr id="2698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Diet and Feeding</a:t>
            </a:r>
          </a:p>
        </p:txBody>
      </p:sp>
      <p:sp>
        <p:nvSpPr>
          <p:cNvPr id="687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Light Green"/>
          </a:solidFill>
        </p:spPr>
      </p:sp>
      <p:sp>
        <p:nvSpPr>
          <p:cNvPr id="6166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Frogs are carnivorous, primarily feeding on insects and small invertebrates.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Some larger species may consume small mammals or other frogs.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Frogs use their long, sticky tongues to catch prey.</a:t>
            </a:r>
          </a:p>
        </p:txBody>
      </p:sp>
      <p:pic>
        <p:nvPicPr>
          <p:cNvPr id="48369" name="TopicImage"/>
          <p:cNvPicPr/>
          <p:nvPr/>
        </p:nvPicPr>
        <p:blipFill>
          <a:blip xmlns:r="http://schemas.openxmlformats.org/officeDocument/2006/relationships" xmlns:a="http://schemas.openxmlformats.org/drawingml/2006/main" r:embed="R0abf72ade1674b6c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

<file path=ppt/slides/slide5.xml><?xml version="1.0" encoding="utf-8"?>
<p:sld xmlns:p="http://schemas.openxmlformats.org/presentationml/2006/main">
  <p:cSld>
    <p:spTree>
      <p:sp>
        <p:nvSpPr>
          <p:cNvPr id="4065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Green"/>
          </a:solidFill>
        </p:spPr>
      </p:sp>
      <p:sp>
        <p:nvSpPr>
          <p:cNvPr id="4166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Conservation Status</a:t>
            </a:r>
          </a:p>
        </p:txBody>
      </p:sp>
      <p:sp>
        <p:nvSpPr>
          <p:cNvPr id="48209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Light Green"/>
          </a:solidFill>
        </p:spPr>
      </p:sp>
      <p:sp>
        <p:nvSpPr>
          <p:cNvPr id="3204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Many frog species are threatened due to habitat loss, pollution, and climate change.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chytrid fungus has caused significant declines in frog populations worldwide.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Conservation efforts are underway to protect their habitats and species.</a:t>
            </a:r>
          </a:p>
        </p:txBody>
      </p:sp>
      <p:pic>
        <p:nvPicPr>
          <p:cNvPr id="79862" name="TopicImage"/>
          <p:cNvPicPr/>
          <p:nvPr/>
        </p:nvPicPr>
        <p:blipFill>
          <a:blip xmlns:r="http://schemas.openxmlformats.org/officeDocument/2006/relationships" xmlns:a="http://schemas.openxmlformats.org/drawingml/2006/main" r:embed="R22d73cca5a7a480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/>
        </p:spPr>
      </p:pic>
    </p:spTree>
  </p:cSld>
</p:sld>
</file>