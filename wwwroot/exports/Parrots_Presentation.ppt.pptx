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54be263dfab4f49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9f7ba34709f24ab9"/>
    <p:sldId xmlns:r="http://schemas.openxmlformats.org/officeDocument/2006/relationships" id="257" r:id="R8f2e3a984b76478e"/>
    <p:sldId xmlns:r="http://schemas.openxmlformats.org/officeDocument/2006/relationships" id="258" r:id="Rba2f752bd1454b8e"/>
    <p:sldId xmlns:r="http://schemas.openxmlformats.org/officeDocument/2006/relationships" id="259" r:id="Rf88336ffb60d4194"/>
    <p:sldId xmlns:r="http://schemas.openxmlformats.org/officeDocument/2006/relationships" id="260" r:id="Rc9559487dc9744bb"/>
    <p:sldId xmlns:r="http://schemas.openxmlformats.org/officeDocument/2006/relationships" id="261" r:id="Re0e5fe947d52408c"/>
    <p:sldId xmlns:r="http://schemas.openxmlformats.org/officeDocument/2006/relationships" id="262" r:id="R64546a1ff18a4d83"/>
    <p:sldId xmlns:r="http://schemas.openxmlformats.org/officeDocument/2006/relationships" id="263" r:id="Reac88da28a684ff7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9f7ba34709f24ab9" /><Relationship Type="http://schemas.openxmlformats.org/officeDocument/2006/relationships/slide" Target="/ppt/slides/slide2.xml" Id="R8f2e3a984b76478e" /><Relationship Type="http://schemas.openxmlformats.org/officeDocument/2006/relationships/slide" Target="/ppt/slides/slide3.xml" Id="Rba2f752bd1454b8e" /><Relationship Type="http://schemas.openxmlformats.org/officeDocument/2006/relationships/slide" Target="/ppt/slides/slide4.xml" Id="Rf88336ffb60d4194" /><Relationship Type="http://schemas.openxmlformats.org/officeDocument/2006/relationships/slide" Target="/ppt/slides/slide5.xml" Id="Rc9559487dc9744bb" /><Relationship Type="http://schemas.openxmlformats.org/officeDocument/2006/relationships/slide" Target="/ppt/slides/slide6.xml" Id="Re0e5fe947d52408c" /><Relationship Type="http://schemas.openxmlformats.org/officeDocument/2006/relationships/slide" Target="/ppt/slides/slide7.xml" Id="R64546a1ff18a4d83" /><Relationship Type="http://schemas.openxmlformats.org/officeDocument/2006/relationships/slide" Target="/ppt/slides/slide8.xml" Id="Reac88da28a684ff7" /></Relationships>
</file>

<file path=ppt/slides/slide1.xml><?xml version="1.0" encoding="utf-8"?>
<p:sld xmlns:p="http://schemas.openxmlformats.org/presentationml/2006/main">
  <p:cSld>
    <p:spTree>
      <p:sp>
        <p:nvSpPr>
          <p:cNvPr id="4108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Introduction to Parrots</a:t>
            </a:r>
          </a:p>
        </p:txBody>
      </p:sp>
      <p:sp>
        <p:nvSpPr>
          <p:cNvPr id="6232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Parrots are colorful birds belonging to the family Psittacidae.
- They are known for their strong, curved beaks and zygodactyl feet.
- There are around 393 species of parrots worldwide.
- Parrots are found in tropical and subtropical regions.
- They are highly intelligent and social creatures.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p:cNvPr id="824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Types of Parrots</a:t>
            </a:r>
          </a:p>
        </p:txBody>
      </p:sp>
      <p:sp>
        <p:nvSpPr>
          <p:cNvPr id="835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Major types include Macaws, Cockatoos, Lovebirds, and Budgerigars.
- Macaws are known for their large size and vibrant colors.
- Cockatoos have a distinctive crest and are very affectionate.
- Lovebirds are small and known for their strong pair bonds.
- Budgerigars, or budgies, are popular pets and come in various colors.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sp>
        <p:nvSpPr>
          <p:cNvPr id="201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Habitat and Distribution</a:t>
            </a:r>
          </a:p>
        </p:txBody>
      </p:sp>
      <p:sp>
        <p:nvSpPr>
          <p:cNvPr id="91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Parrots inhabit rainforests, woodlands, and savannas.
- They are primarily found in Central and South America, Australia, and parts of Africa.
- Some species are adapted to urban environments.
- Parrots require a habitat with plenty of trees for nesting and feeding.
- Deforestation poses a significant threat to their natural habitats.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sp>
        <p:nvSpPr>
          <p:cNvPr id="5052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Diet and Feeding Habits</a:t>
            </a:r>
          </a:p>
        </p:txBody>
      </p:sp>
      <p:sp>
        <p:nvSpPr>
          <p:cNvPr id="871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Parrots are primarily herbivores, feeding on seeds, nuts, fruits, and flowers.
- Some species may consume insects and small animals.
- Their strong beaks are adapted for cracking hard seeds.
- Parrots play a crucial role in their ecosystems by dispersing seeds.
- They require a varied diet to maintain their health and vibrancy.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sp>
        <p:nvSpPr>
          <p:cNvPr id="701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Behavior and Social Structure</a:t>
            </a:r>
          </a:p>
        </p:txBody>
      </p:sp>
      <p:sp>
        <p:nvSpPr>
          <p:cNvPr id="511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Parrots are highly social and often live in flocks.
- They communicate through vocalizations, body language, and facial expressions.
- Social interactions are important for their mental stimulation.
- Many species engage in playful behaviors and problem-solving activities.
- They form strong bonds with their mates and flock members.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sp>
        <p:nvSpPr>
          <p:cNvPr id="4356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Intelligence and Learning</a:t>
            </a:r>
          </a:p>
        </p:txBody>
      </p:sp>
      <p:sp>
        <p:nvSpPr>
          <p:cNvPr id="739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Parrots are known for their remarkable intelligence and ability to mimic sounds.
- Some species can learn to speak and understand human language.
- They can solve complex puzzles and use tools.
- Their cognitive abilities are comparable to those of primates.
- Enrichment activities are essential for their mental health in captivity.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sp>
        <p:nvSpPr>
          <p:cNvPr id="984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Conservation Status</a:t>
            </a:r>
          </a:p>
        </p:txBody>
      </p:sp>
      <p:sp>
        <p:nvSpPr>
          <p:cNvPr id="711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Many parrot species are threatened or endangered due to habitat loss and illegal trapping.
- Conservation efforts include habitat protection and breeding programs.
- Organizations work to raise awareness and promote sustainable practices.
- Some species, like the Spix's Macaw, are extinct in the wild.
- Public education is vital for the protection of parrots.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sp>
        <p:nvSpPr>
          <p:cNvPr id="946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Parrots as Pets</a:t>
            </a:r>
          </a:p>
        </p:txBody>
      </p:sp>
      <p:sp>
        <p:nvSpPr>
          <p:cNvPr id="3006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000000"/>
            <a:ext cx="8000000" cy="40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- Parrots can make affectionate and engaging pets.
- They require a significant commitment in terms of time and care.
- Proper socialization and training are essential for a happy pet.
- Potential owners should research species-specific needs.
- Adoption from shelters and rescues is encouraged to help conservation efforts.</a:t>
            </a:r>
          </a:p>
        </p:txBody>
      </p:sp>
    </p:spTree>
  </p:cSld>
</p:sld>
</file>